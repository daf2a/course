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1fcd8bd2824956" /><Relationship Type="http://schemas.openxmlformats.org/officeDocument/2006/relationships/extended-properties" Target="/docProps/app.xml" Id="R4e7d8d245ec64a48" /><Relationship Type="http://schemas.openxmlformats.org/officeDocument/2006/relationships/officeDocument" Target="/ppt/presentation.xml" Id="R7c9f9e182ca14d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4b1cef599b4e9f"/>
  </p:sldMasterIdLst>
  <p:notesMasterIdLst>
    <p:notesMasterId xmlns:r="http://schemas.openxmlformats.org/officeDocument/2006/relationships" r:id="R47ae4f27098c4eb7"/>
  </p:notesMasterIdLst>
  <p:sldIdLst>
    <p:sldId xmlns:r="http://schemas.openxmlformats.org/officeDocument/2006/relationships" id="256" r:id="R9832584fd2614b34"/>
    <p:sldId xmlns:r="http://schemas.openxmlformats.org/officeDocument/2006/relationships" id="257" r:id="R5f0b796ffe454212"/>
    <p:sldId xmlns:r="http://schemas.openxmlformats.org/officeDocument/2006/relationships" id="258" r:id="Rf7cfba5bc1534f4f"/>
    <p:sldId xmlns:r="http://schemas.openxmlformats.org/officeDocument/2006/relationships" id="259" r:id="Rc16856757f524485"/>
    <p:sldId xmlns:r="http://schemas.openxmlformats.org/officeDocument/2006/relationships" id="260" r:id="R270d977fca7549f0"/>
    <p:sldId xmlns:r="http://schemas.openxmlformats.org/officeDocument/2006/relationships" id="261" r:id="Rd94a4885e0404320"/>
    <p:sldId xmlns:r="http://schemas.openxmlformats.org/officeDocument/2006/relationships" id="262" r:id="Rc97c6b3e01f94a9f"/>
    <p:sldId xmlns:r="http://schemas.openxmlformats.org/officeDocument/2006/relationships" id="263" r:id="R4789fab3cc5d4a0c"/>
    <p:sldId xmlns:r="http://schemas.openxmlformats.org/officeDocument/2006/relationships" id="264" r:id="R92162d19b6f84566"/>
    <p:sldId xmlns:r="http://schemas.openxmlformats.org/officeDocument/2006/relationships" id="265" r:id="R4a112226d375460e"/>
    <p:sldId xmlns:r="http://schemas.openxmlformats.org/officeDocument/2006/relationships" id="266" r:id="R92dab76890d84bd1"/>
    <p:sldId xmlns:r="http://schemas.openxmlformats.org/officeDocument/2006/relationships" id="267" r:id="R5956e4787cdd4e6e"/>
    <p:sldId xmlns:r="http://schemas.openxmlformats.org/officeDocument/2006/relationships" id="268" r:id="Re136b763e67242b3"/>
    <p:sldId xmlns:r="http://schemas.openxmlformats.org/officeDocument/2006/relationships" id="269" r:id="R762a71e9045f41e5"/>
    <p:sldId xmlns:r="http://schemas.openxmlformats.org/officeDocument/2006/relationships" id="270" r:id="Rc487e4ca8d9d4255"/>
    <p:sldId xmlns:r="http://schemas.openxmlformats.org/officeDocument/2006/relationships" id="271" r:id="R1154ca669d9f44de"/>
    <p:sldId xmlns:r="http://schemas.openxmlformats.org/officeDocument/2006/relationships" id="272" r:id="R102820b8bc0845ef"/>
    <p:sldId xmlns:r="http://schemas.openxmlformats.org/officeDocument/2006/relationships" id="273" r:id="R2b21a8b2f75d489b"/>
    <p:sldId xmlns:r="http://schemas.openxmlformats.org/officeDocument/2006/relationships" id="274" r:id="Rc2fe1bba996a40c7"/>
    <p:sldId xmlns:r="http://schemas.openxmlformats.org/officeDocument/2006/relationships" id="275" r:id="R66d3fa2b86fd4edb"/>
    <p:sldId xmlns:r="http://schemas.openxmlformats.org/officeDocument/2006/relationships" id="276" r:id="R33f0a7bfe07a42b0"/>
    <p:sldId xmlns:r="http://schemas.openxmlformats.org/officeDocument/2006/relationships" id="277" r:id="Rfcee112925dd4e3a"/>
    <p:sldId xmlns:r="http://schemas.openxmlformats.org/officeDocument/2006/relationships" id="278" r:id="R87659a6ff2264701"/>
    <p:sldId xmlns:r="http://schemas.openxmlformats.org/officeDocument/2006/relationships" id="279" r:id="R8c9e7d4590c54c0f"/>
    <p:sldId xmlns:r="http://schemas.openxmlformats.org/officeDocument/2006/relationships" id="280" r:id="R140827eaec134f09"/>
    <p:sldId xmlns:r="http://schemas.openxmlformats.org/officeDocument/2006/relationships" id="281" r:id="Rb558a09563224753"/>
    <p:sldId xmlns:r="http://schemas.openxmlformats.org/officeDocument/2006/relationships" id="282" r:id="R3baf8bdd63bc4a5a"/>
    <p:sldId xmlns:r="http://schemas.openxmlformats.org/officeDocument/2006/relationships" id="283" r:id="Rf3d74dde106744cc"/>
    <p:sldId xmlns:r="http://schemas.openxmlformats.org/officeDocument/2006/relationships" id="284" r:id="R1a407b741e8e408c"/>
    <p:sldId xmlns:r="http://schemas.openxmlformats.org/officeDocument/2006/relationships" id="285" r:id="Ra8891b9d31c143e7"/>
    <p:sldId xmlns:r="http://schemas.openxmlformats.org/officeDocument/2006/relationships" id="286" r:id="R0357a8f4cf994d14"/>
    <p:sldId xmlns:r="http://schemas.openxmlformats.org/officeDocument/2006/relationships" id="287" r:id="R7db525c966714ce6"/>
    <p:sldId xmlns:r="http://schemas.openxmlformats.org/officeDocument/2006/relationships" id="288" r:id="R35b9ec72514b417d"/>
    <p:sldId xmlns:r="http://schemas.openxmlformats.org/officeDocument/2006/relationships" id="289" r:id="R115b79260ec24643"/>
    <p:sldId xmlns:r="http://schemas.openxmlformats.org/officeDocument/2006/relationships" id="290" r:id="R5502a96742804199"/>
    <p:sldId xmlns:r="http://schemas.openxmlformats.org/officeDocument/2006/relationships" id="291" r:id="R94751d33a295453c"/>
    <p:sldId xmlns:r="http://schemas.openxmlformats.org/officeDocument/2006/relationships" id="292" r:id="Rac84c25cd69b4cee"/>
    <p:sldId xmlns:r="http://schemas.openxmlformats.org/officeDocument/2006/relationships" id="293" r:id="R2b794909631e4691"/>
    <p:sldId xmlns:r="http://schemas.openxmlformats.org/officeDocument/2006/relationships" id="294" r:id="Rfea8c281c01b48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b85de3c2e34d95" /><Relationship Type="http://schemas.openxmlformats.org/officeDocument/2006/relationships/slideMaster" Target="/ppt/slideMasters/slideMaster1.xml" Id="R484b1cef599b4e9f" /><Relationship Type="http://schemas.openxmlformats.org/officeDocument/2006/relationships/notesMaster" Target="/ppt/notesMasters/notesMaster1.xml" Id="R47ae4f27098c4eb7" /><Relationship Type="http://schemas.openxmlformats.org/officeDocument/2006/relationships/presProps" Target="/ppt/presProps.xml" Id="R0f795b21943043cc" /><Relationship Type="http://schemas.openxmlformats.org/officeDocument/2006/relationships/tableStyles" Target="/ppt/tableStyles.xml" Id="R9ecaf3c7ed8541a2" /><Relationship Type="http://schemas.openxmlformats.org/officeDocument/2006/relationships/slide" Target="/ppt/slides/slide1.xml" Id="R9832584fd2614b34" /><Relationship Type="http://schemas.openxmlformats.org/officeDocument/2006/relationships/slide" Target="/ppt/slides/slide2.xml" Id="R5f0b796ffe454212" /><Relationship Type="http://schemas.openxmlformats.org/officeDocument/2006/relationships/slide" Target="/ppt/slides/slide3.xml" Id="Rf7cfba5bc1534f4f" /><Relationship Type="http://schemas.openxmlformats.org/officeDocument/2006/relationships/slide" Target="/ppt/slides/slide4.xml" Id="Rc16856757f524485" /><Relationship Type="http://schemas.openxmlformats.org/officeDocument/2006/relationships/slide" Target="/ppt/slides/slide5.xml" Id="R270d977fca7549f0" /><Relationship Type="http://schemas.openxmlformats.org/officeDocument/2006/relationships/slide" Target="/ppt/slides/slide6.xml" Id="Rd94a4885e0404320" /><Relationship Type="http://schemas.openxmlformats.org/officeDocument/2006/relationships/slide" Target="/ppt/slides/slide7.xml" Id="Rc97c6b3e01f94a9f" /><Relationship Type="http://schemas.openxmlformats.org/officeDocument/2006/relationships/slide" Target="/ppt/slides/slide8.xml" Id="R4789fab3cc5d4a0c" /><Relationship Type="http://schemas.openxmlformats.org/officeDocument/2006/relationships/slide" Target="/ppt/slides/slide9.xml" Id="R92162d19b6f84566" /><Relationship Type="http://schemas.openxmlformats.org/officeDocument/2006/relationships/slide" Target="/ppt/slides/slide10.xml" Id="R4a112226d375460e" /><Relationship Type="http://schemas.openxmlformats.org/officeDocument/2006/relationships/slide" Target="/ppt/slides/slide11.xml" Id="R92dab76890d84bd1" /><Relationship Type="http://schemas.openxmlformats.org/officeDocument/2006/relationships/slide" Target="/ppt/slides/slide12.xml" Id="R5956e4787cdd4e6e" /><Relationship Type="http://schemas.openxmlformats.org/officeDocument/2006/relationships/slide" Target="/ppt/slides/slide13.xml" Id="Re136b763e67242b3" /><Relationship Type="http://schemas.openxmlformats.org/officeDocument/2006/relationships/slide" Target="/ppt/slides/slide14.xml" Id="R762a71e9045f41e5" /><Relationship Type="http://schemas.openxmlformats.org/officeDocument/2006/relationships/slide" Target="/ppt/slides/slide15.xml" Id="Rc487e4ca8d9d4255" /><Relationship Type="http://schemas.openxmlformats.org/officeDocument/2006/relationships/slide" Target="/ppt/slides/slide16.xml" Id="R1154ca669d9f44de" /><Relationship Type="http://schemas.openxmlformats.org/officeDocument/2006/relationships/slide" Target="/ppt/slides/slide17.xml" Id="R102820b8bc0845ef" /><Relationship Type="http://schemas.openxmlformats.org/officeDocument/2006/relationships/slide" Target="/ppt/slides/slide18.xml" Id="R2b21a8b2f75d489b" /><Relationship Type="http://schemas.openxmlformats.org/officeDocument/2006/relationships/slide" Target="/ppt/slides/slide19.xml" Id="Rc2fe1bba996a40c7" /><Relationship Type="http://schemas.openxmlformats.org/officeDocument/2006/relationships/slide" Target="/ppt/slides/slide20.xml" Id="R66d3fa2b86fd4edb" /><Relationship Type="http://schemas.openxmlformats.org/officeDocument/2006/relationships/slide" Target="/ppt/slides/slide21.xml" Id="R33f0a7bfe07a42b0" /><Relationship Type="http://schemas.openxmlformats.org/officeDocument/2006/relationships/slide" Target="/ppt/slides/slide22.xml" Id="Rfcee112925dd4e3a" /><Relationship Type="http://schemas.openxmlformats.org/officeDocument/2006/relationships/slide" Target="/ppt/slides/slide23.xml" Id="R87659a6ff2264701" /><Relationship Type="http://schemas.openxmlformats.org/officeDocument/2006/relationships/slide" Target="/ppt/slides/slide24.xml" Id="R8c9e7d4590c54c0f" /><Relationship Type="http://schemas.openxmlformats.org/officeDocument/2006/relationships/slide" Target="/ppt/slides/slide25.xml" Id="R140827eaec134f09" /><Relationship Type="http://schemas.openxmlformats.org/officeDocument/2006/relationships/slide" Target="/ppt/slides/slide26.xml" Id="Rb558a09563224753" /><Relationship Type="http://schemas.openxmlformats.org/officeDocument/2006/relationships/slide" Target="/ppt/slides/slide27.xml" Id="R3baf8bdd63bc4a5a" /><Relationship Type="http://schemas.openxmlformats.org/officeDocument/2006/relationships/slide" Target="/ppt/slides/slide28.xml" Id="Rf3d74dde106744cc" /><Relationship Type="http://schemas.openxmlformats.org/officeDocument/2006/relationships/slide" Target="/ppt/slides/slide29.xml" Id="R1a407b741e8e408c" /><Relationship Type="http://schemas.openxmlformats.org/officeDocument/2006/relationships/slide" Target="/ppt/slides/slide30.xml" Id="Ra8891b9d31c143e7" /><Relationship Type="http://schemas.openxmlformats.org/officeDocument/2006/relationships/slide" Target="/ppt/slides/slide31.xml" Id="R0357a8f4cf994d14" /><Relationship Type="http://schemas.openxmlformats.org/officeDocument/2006/relationships/slide" Target="/ppt/slides/slide32.xml" Id="R7db525c966714ce6" /><Relationship Type="http://schemas.openxmlformats.org/officeDocument/2006/relationships/slide" Target="/ppt/slides/slide33.xml" Id="R35b9ec72514b417d" /><Relationship Type="http://schemas.openxmlformats.org/officeDocument/2006/relationships/slide" Target="/ppt/slides/slide34.xml" Id="R115b79260ec24643" /><Relationship Type="http://schemas.openxmlformats.org/officeDocument/2006/relationships/slide" Target="/ppt/slides/slide35.xml" Id="R5502a96742804199" /><Relationship Type="http://schemas.openxmlformats.org/officeDocument/2006/relationships/slide" Target="/ppt/slides/slide36.xml" Id="R94751d33a295453c" /><Relationship Type="http://schemas.openxmlformats.org/officeDocument/2006/relationships/slide" Target="/ppt/slides/slide37.xml" Id="Rac84c25cd69b4cee" /><Relationship Type="http://schemas.openxmlformats.org/officeDocument/2006/relationships/slide" Target="/ppt/slides/slide38.xml" Id="R2b794909631e4691" /><Relationship Type="http://schemas.openxmlformats.org/officeDocument/2006/relationships/slide" Target="/ppt/slides/slide39.xml" Id="Rfea8c281c01b48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3f2c3af81643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72e43854554c3e" /><Relationship Type="http://schemas.openxmlformats.org/officeDocument/2006/relationships/notesMaster" Target="/ppt/notesMasters/notesMaster1.xml" Id="R8f6da040bcdd45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b8487ffb11446a" /><Relationship Type="http://schemas.openxmlformats.org/officeDocument/2006/relationships/notesMaster" Target="/ppt/notesMasters/notesMaster1.xml" Id="Rc68bf2295ab545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577c30eb534a58" /><Relationship Type="http://schemas.openxmlformats.org/officeDocument/2006/relationships/notesMaster" Target="/ppt/notesMasters/notesMaster1.xml" Id="R9ecaade051bf4a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c48095ffba4cfb" /><Relationship Type="http://schemas.openxmlformats.org/officeDocument/2006/relationships/notesMaster" Target="/ppt/notesMasters/notesMaster1.xml" Id="R5a3a93225db644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6e671d9a144e37" /><Relationship Type="http://schemas.openxmlformats.org/officeDocument/2006/relationships/notesMaster" Target="/ppt/notesMasters/notesMaster1.xml" Id="Ra8aea636f0af4e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5f16fb96404ab8" /><Relationship Type="http://schemas.openxmlformats.org/officeDocument/2006/relationships/notesMaster" Target="/ppt/notesMasters/notesMaster1.xml" Id="R13eb9122ce7e47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02a473607549cc" /><Relationship Type="http://schemas.openxmlformats.org/officeDocument/2006/relationships/notesMaster" Target="/ppt/notesMasters/notesMaster1.xml" Id="R9470f36b913441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64d4fa91814b04" /><Relationship Type="http://schemas.openxmlformats.org/officeDocument/2006/relationships/notesMaster" Target="/ppt/notesMasters/notesMaster1.xml" Id="Rc403e1bade9246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f0dd4153b84955" /><Relationship Type="http://schemas.openxmlformats.org/officeDocument/2006/relationships/notesMaster" Target="/ppt/notesMasters/notesMaster1.xml" Id="R697e927f20b24a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7e177fdb3148e6" /><Relationship Type="http://schemas.openxmlformats.org/officeDocument/2006/relationships/notesMaster" Target="/ppt/notesMasters/notesMaster1.xml" Id="R8743c131a91d43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b57d2963724a14" /><Relationship Type="http://schemas.openxmlformats.org/officeDocument/2006/relationships/notesMaster" Target="/ppt/notesMasters/notesMaster1.xml" Id="R49e061dec08743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9d059079f84f78" /><Relationship Type="http://schemas.openxmlformats.org/officeDocument/2006/relationships/notesMaster" Target="/ppt/notesMasters/notesMaster1.xml" Id="R7e1ace64de2640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6f1118fcb744b6" /><Relationship Type="http://schemas.openxmlformats.org/officeDocument/2006/relationships/notesMaster" Target="/ppt/notesMasters/notesMaster1.xml" Id="Ra287bd65e91c49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4749ac8b264f80" /><Relationship Type="http://schemas.openxmlformats.org/officeDocument/2006/relationships/notesMaster" Target="/ppt/notesMasters/notesMaster1.xml" Id="R4f0d29649d904f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ba2dc525574bff" /><Relationship Type="http://schemas.openxmlformats.org/officeDocument/2006/relationships/notesMaster" Target="/ppt/notesMasters/notesMaster1.xml" Id="Rc21924567f1949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edd1516b07470d" /><Relationship Type="http://schemas.openxmlformats.org/officeDocument/2006/relationships/notesMaster" Target="/ppt/notesMasters/notesMaster1.xml" Id="Rd2977f64296140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bf97d1e0ee41c0" /><Relationship Type="http://schemas.openxmlformats.org/officeDocument/2006/relationships/notesMaster" Target="/ppt/notesMasters/notesMaster1.xml" Id="Rd321029cde6544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2364ed038741bc" /><Relationship Type="http://schemas.openxmlformats.org/officeDocument/2006/relationships/notesMaster" Target="/ppt/notesMasters/notesMaster1.xml" Id="Rd8d1208f3bfa4c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096bfba9694c58" /><Relationship Type="http://schemas.openxmlformats.org/officeDocument/2006/relationships/notesMaster" Target="/ppt/notesMasters/notesMaster1.xml" Id="Rd13b012041ec4a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c7286b6cbc34b8a" /><Relationship Type="http://schemas.openxmlformats.org/officeDocument/2006/relationships/notesMaster" Target="/ppt/notesMasters/notesMaster1.xml" Id="R583eb01d72ca4a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4ec9f3ac83c4d49" /><Relationship Type="http://schemas.openxmlformats.org/officeDocument/2006/relationships/notesMaster" Target="/ppt/notesMasters/notesMaster1.xml" Id="Rd21441f709764f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a3719c809584e29" /><Relationship Type="http://schemas.openxmlformats.org/officeDocument/2006/relationships/notesMaster" Target="/ppt/notesMasters/notesMaster1.xml" Id="R93847b8596914dd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8c971eabc3b4272" /><Relationship Type="http://schemas.openxmlformats.org/officeDocument/2006/relationships/notesMaster" Target="/ppt/notesMasters/notesMaster1.xml" Id="R2b2bdfd4c4a04e8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4603e89ac1d4f54" /><Relationship Type="http://schemas.openxmlformats.org/officeDocument/2006/relationships/notesMaster" Target="/ppt/notesMasters/notesMaster1.xml" Id="R06d6caba997e46e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37bcff235084ee5" /><Relationship Type="http://schemas.openxmlformats.org/officeDocument/2006/relationships/notesMaster" Target="/ppt/notesMasters/notesMaster1.xml" Id="Rd4cb161a187a4f1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1f0d53f48b34872" /><Relationship Type="http://schemas.openxmlformats.org/officeDocument/2006/relationships/notesMaster" Target="/ppt/notesMasters/notesMaster1.xml" Id="Rd51a7363a30d4e0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7269602726a4cbb" /><Relationship Type="http://schemas.openxmlformats.org/officeDocument/2006/relationships/notesMaster" Target="/ppt/notesMasters/notesMaster1.xml" Id="R2233e998a4a249d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7f9767665d54a51" /><Relationship Type="http://schemas.openxmlformats.org/officeDocument/2006/relationships/notesMaster" Target="/ppt/notesMasters/notesMaster1.xml" Id="R97e322326df4435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b170f48a0eb4b0f" /><Relationship Type="http://schemas.openxmlformats.org/officeDocument/2006/relationships/notesMaster" Target="/ppt/notesMasters/notesMaster1.xml" Id="R63750039f3704b3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7762a88845e4bd3" /><Relationship Type="http://schemas.openxmlformats.org/officeDocument/2006/relationships/notesMaster" Target="/ppt/notesMasters/notesMaster1.xml" Id="R703d44317570499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864b57805664fcd" /><Relationship Type="http://schemas.openxmlformats.org/officeDocument/2006/relationships/notesMaster" Target="/ppt/notesMasters/notesMaster1.xml" Id="R114c01d56bc947a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ed55adbed1c45d0" /><Relationship Type="http://schemas.openxmlformats.org/officeDocument/2006/relationships/notesMaster" Target="/ppt/notesMasters/notesMaster1.xml" Id="R5395c72165fd4e9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aab154e49db44de" /><Relationship Type="http://schemas.openxmlformats.org/officeDocument/2006/relationships/notesMaster" Target="/ppt/notesMasters/notesMaster1.xml" Id="R9296e5820da642c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348f0721e9b41b7" /><Relationship Type="http://schemas.openxmlformats.org/officeDocument/2006/relationships/notesMaster" Target="/ppt/notesMasters/notesMaster1.xml" Id="R091c3a0985914ff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8d1aa2b2db14757" /><Relationship Type="http://schemas.openxmlformats.org/officeDocument/2006/relationships/notesMaster" Target="/ppt/notesMasters/notesMaster1.xml" Id="Ra63b92afc185438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cc58cdfd90b4f42" /><Relationship Type="http://schemas.openxmlformats.org/officeDocument/2006/relationships/notesMaster" Target="/ppt/notesMasters/notesMaster1.xml" Id="R8ff322c199514c2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335bf6ee935438e" /><Relationship Type="http://schemas.openxmlformats.org/officeDocument/2006/relationships/notesMaster" Target="/ppt/notesMasters/notesMaster1.xml" Id="R99c12d19662e452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58a614796ee4536" /><Relationship Type="http://schemas.openxmlformats.org/officeDocument/2006/relationships/notesMaster" Target="/ppt/notesMasters/notesMaster1.xml" Id="R4251a5f11c3c471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97b7df433d34b15" /><Relationship Type="http://schemas.openxmlformats.org/officeDocument/2006/relationships/notesMaster" Target="/ppt/notesMasters/notesMaster1.xml" Id="R0044e9ac2beb4a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2edd67b0842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919e3a80c440fe" /><Relationship Type="http://schemas.openxmlformats.org/officeDocument/2006/relationships/slideLayout" Target="/ppt/slideLayouts/slideLayout1.xml" Id="R428e7143bb974e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8e7143bb974e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1cf6efcb642a5" /><Relationship Type="http://schemas.openxmlformats.org/officeDocument/2006/relationships/notesSlide" Target="/ppt/notesSlides/notesSlide1.xml" Id="R1c30834d4c6749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ea6b8d11942c2" /><Relationship Type="http://schemas.openxmlformats.org/officeDocument/2006/relationships/notesSlide" Target="/ppt/notesSlides/notesSlide2.xml" Id="R57171aad655648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3b6ab3ae94287" /><Relationship Type="http://schemas.openxmlformats.org/officeDocument/2006/relationships/notesSlide" Target="/ppt/notesSlides/notesSlide3.xml" Id="Rc7b2285985754b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457dfa0bb4cfc" /><Relationship Type="http://schemas.openxmlformats.org/officeDocument/2006/relationships/notesSlide" Target="/ppt/notesSlides/notesSlide4.xml" Id="R2dc29b730f834f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b44ad0f934f94" /><Relationship Type="http://schemas.openxmlformats.org/officeDocument/2006/relationships/notesSlide" Target="/ppt/notesSlides/notesSlide5.xml" Id="Re9e81fbcfaa940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fbc846d6e479b" /><Relationship Type="http://schemas.openxmlformats.org/officeDocument/2006/relationships/notesSlide" Target="/ppt/notesSlides/notesSlide6.xml" Id="Ra5ea59dd8ee547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23d81172847f7" /><Relationship Type="http://schemas.openxmlformats.org/officeDocument/2006/relationships/notesSlide" Target="/ppt/notesSlides/notesSlide7.xml" Id="R00191677dd5542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f9806c5f445f7" /><Relationship Type="http://schemas.openxmlformats.org/officeDocument/2006/relationships/notesSlide" Target="/ppt/notesSlides/notesSlide8.xml" Id="Rc52f4ffa539d45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ab4705c214df0" /><Relationship Type="http://schemas.openxmlformats.org/officeDocument/2006/relationships/notesSlide" Target="/ppt/notesSlides/notesSlide9.xml" Id="Ra62f8263517b47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10d3fe0254733" /><Relationship Type="http://schemas.openxmlformats.org/officeDocument/2006/relationships/notesSlide" Target="/ppt/notesSlides/notesSlide10.xml" Id="R1aa94792228643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39ced72c8476a" /><Relationship Type="http://schemas.openxmlformats.org/officeDocument/2006/relationships/notesSlide" Target="/ppt/notesSlides/notesSlide11.xml" Id="R062601dd236c44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d47ea4502463e" /><Relationship Type="http://schemas.openxmlformats.org/officeDocument/2006/relationships/notesSlide" Target="/ppt/notesSlides/notesSlide12.xml" Id="Rfd934fe4799a4f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47e07bf15410c" /><Relationship Type="http://schemas.openxmlformats.org/officeDocument/2006/relationships/notesSlide" Target="/ppt/notesSlides/notesSlide13.xml" Id="R65279b05750849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f85ae17684d81" /><Relationship Type="http://schemas.openxmlformats.org/officeDocument/2006/relationships/notesSlide" Target="/ppt/notesSlides/notesSlide14.xml" Id="R92b6a95bbdc64c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0ec4baa734e81" /><Relationship Type="http://schemas.openxmlformats.org/officeDocument/2006/relationships/notesSlide" Target="/ppt/notesSlides/notesSlide15.xml" Id="R4db3ca0d06c640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3455586094479" /><Relationship Type="http://schemas.openxmlformats.org/officeDocument/2006/relationships/notesSlide" Target="/ppt/notesSlides/notesSlide16.xml" Id="R45cc4e11d3fc4b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3886347814910" /><Relationship Type="http://schemas.openxmlformats.org/officeDocument/2006/relationships/notesSlide" Target="/ppt/notesSlides/notesSlide17.xml" Id="Rdba47ed625f748a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fae42544a48bf" /><Relationship Type="http://schemas.openxmlformats.org/officeDocument/2006/relationships/notesSlide" Target="/ppt/notesSlides/notesSlide18.xml" Id="R501d69c138ec4a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360e2e9e742c8" /><Relationship Type="http://schemas.openxmlformats.org/officeDocument/2006/relationships/notesSlide" Target="/ppt/notesSlides/notesSlide19.xml" Id="R17794438a08741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e54ebcd644f93" /><Relationship Type="http://schemas.openxmlformats.org/officeDocument/2006/relationships/notesSlide" Target="/ppt/notesSlides/notesSlide20.xml" Id="Rcda3be8f47864d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06ab402144f0d" /><Relationship Type="http://schemas.openxmlformats.org/officeDocument/2006/relationships/notesSlide" Target="/ppt/notesSlides/notesSlide21.xml" Id="Ra1047696f7a246e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bc4bcbe7c4aa7" /><Relationship Type="http://schemas.openxmlformats.org/officeDocument/2006/relationships/notesSlide" Target="/ppt/notesSlides/notesSlide22.xml" Id="R206144c78683490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6ce5bec0e4834" /><Relationship Type="http://schemas.openxmlformats.org/officeDocument/2006/relationships/notesSlide" Target="/ppt/notesSlides/notesSlide23.xml" Id="R24c85ef87a8244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cc357678949bf" /><Relationship Type="http://schemas.openxmlformats.org/officeDocument/2006/relationships/notesSlide" Target="/ppt/notesSlides/notesSlide24.xml" Id="R2d249cbbb59440b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5cc65fffb4b0d" /><Relationship Type="http://schemas.openxmlformats.org/officeDocument/2006/relationships/notesSlide" Target="/ppt/notesSlides/notesSlide25.xml" Id="R454d3351c72543a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5be4a00e04edf" /><Relationship Type="http://schemas.openxmlformats.org/officeDocument/2006/relationships/notesSlide" Target="/ppt/notesSlides/notesSlide26.xml" Id="R9fb6bafa9aa34f9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08911b48d4d61" /><Relationship Type="http://schemas.openxmlformats.org/officeDocument/2006/relationships/notesSlide" Target="/ppt/notesSlides/notesSlide27.xml" Id="R0e75656c5d6d41e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824f848c5495a" /><Relationship Type="http://schemas.openxmlformats.org/officeDocument/2006/relationships/notesSlide" Target="/ppt/notesSlides/notesSlide28.xml" Id="Rbf4b9b0021e24f9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4620e21a5475f" /><Relationship Type="http://schemas.openxmlformats.org/officeDocument/2006/relationships/notesSlide" Target="/ppt/notesSlides/notesSlide29.xml" Id="Rabffdf39af01440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0784342de4922" /><Relationship Type="http://schemas.openxmlformats.org/officeDocument/2006/relationships/notesSlide" Target="/ppt/notesSlides/notesSlide30.xml" Id="Rc7fcc6bf356a4b4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7d983c6cc4ed5" /><Relationship Type="http://schemas.openxmlformats.org/officeDocument/2006/relationships/notesSlide" Target="/ppt/notesSlides/notesSlide31.xml" Id="R5ccc820fd3cc43b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0fb534d454ced" /><Relationship Type="http://schemas.openxmlformats.org/officeDocument/2006/relationships/notesSlide" Target="/ppt/notesSlides/notesSlide32.xml" Id="R301b48927a2b4ae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03c0d076342cf" /><Relationship Type="http://schemas.openxmlformats.org/officeDocument/2006/relationships/notesSlide" Target="/ppt/notesSlides/notesSlide33.xml" Id="Rd1348bc1a7164bf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2dbeabf7a462f" /><Relationship Type="http://schemas.openxmlformats.org/officeDocument/2006/relationships/notesSlide" Target="/ppt/notesSlides/notesSlide34.xml" Id="R1b60d27b11714d9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8f0ceaa4a4c95" /><Relationship Type="http://schemas.openxmlformats.org/officeDocument/2006/relationships/notesSlide" Target="/ppt/notesSlides/notesSlide35.xml" Id="R20db9e6077914d7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3197ae3154341" /><Relationship Type="http://schemas.openxmlformats.org/officeDocument/2006/relationships/notesSlide" Target="/ppt/notesSlides/notesSlide36.xml" Id="R8ff56133bc624d3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6f312728e4fda" /><Relationship Type="http://schemas.openxmlformats.org/officeDocument/2006/relationships/notesSlide" Target="/ppt/notesSlides/notesSlide37.xml" Id="R898b5fa530df4c8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ba47b4f4542fc" /><Relationship Type="http://schemas.openxmlformats.org/officeDocument/2006/relationships/notesSlide" Target="/ppt/notesSlides/notesSlide38.xml" Id="Re014fb78e55d483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f60533ed745c4" /><Relationship Type="http://schemas.openxmlformats.org/officeDocument/2006/relationships/notesSlide" Target="/ppt/notesSlides/notesSlide39.xml" Id="Rd8e6579a50264c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ECCE7B-C387-486C-BEDF-195C28B4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Variabel dan tipe data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A30308-9F07-4984-8BC3-C5B05514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Variabel memberi nama pada nilai yang kita simpan dan olah.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49872CE-1DFF-4BCF-A35C-23889E2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types-head-bg">
            <a:extLst xmlns:a="http://schemas.openxmlformats.org/drawingml/2006/main">
              <a:ext uri="{FF2B5EF4-FFF2-40B4-BE49-F238E27FC236}">
                <a16:creationId xmlns:a16="http://schemas.microsoft.com/office/drawing/2014/main" id="{519E112C-0DD0-4247-B5F1-CC62D614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9715500" cy="52387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types-r0-c0">
            <a:extLst xmlns:a="http://schemas.openxmlformats.org/drawingml/2006/main">
              <a:ext uri="{FF2B5EF4-FFF2-40B4-BE49-F238E27FC236}">
                <a16:creationId xmlns:a16="http://schemas.microsoft.com/office/drawing/2014/main" id="{4C51877B-1F1E-4BF0-BAA7-FE11CF5D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33650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Tipe</a:t>
            </a:r>
          </a:p>
        </p:txBody>
      </p:sp>
      <p:sp>
        <p:nvSpPr>
          <p:cNvPr id="6" name="types-r0-c1">
            <a:extLst xmlns:a="http://schemas.openxmlformats.org/drawingml/2006/main">
              <a:ext uri="{FF2B5EF4-FFF2-40B4-BE49-F238E27FC236}">
                <a16:creationId xmlns:a16="http://schemas.microsoft.com/office/drawing/2014/main" id="{8E57BBA7-3F9C-4A16-B486-3153F0DF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33650"/>
            <a:ext cx="1724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Contoh</a:t>
            </a:r>
          </a:p>
        </p:txBody>
      </p:sp>
      <p:sp>
        <p:nvSpPr>
          <p:cNvPr id="7" name="types-v0-1">
            <a:extLst xmlns:a="http://schemas.openxmlformats.org/drawingml/2006/main">
              <a:ext uri="{FF2B5EF4-FFF2-40B4-BE49-F238E27FC236}">
                <a16:creationId xmlns:a16="http://schemas.microsoft.com/office/drawing/2014/main" id="{9E9D918A-3485-4C9A-AF09-E00594DA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669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types-r0-c2">
            <a:extLst xmlns:a="http://schemas.openxmlformats.org/drawingml/2006/main">
              <a:ext uri="{FF2B5EF4-FFF2-40B4-BE49-F238E27FC236}">
                <a16:creationId xmlns:a16="http://schemas.microsoft.com/office/drawing/2014/main" id="{09CE8776-D221-44D6-856A-51F54303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543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Kegunaan dalam data</a:t>
            </a:r>
          </a:p>
        </p:txBody>
      </p:sp>
      <p:sp>
        <p:nvSpPr>
          <p:cNvPr id="9" name="types-v0-2">
            <a:extLst xmlns:a="http://schemas.openxmlformats.org/drawingml/2006/main">
              <a:ext uri="{FF2B5EF4-FFF2-40B4-BE49-F238E27FC236}">
                <a16:creationId xmlns:a16="http://schemas.microsoft.com/office/drawing/2014/main" id="{48D9FA4A-CBC6-4A96-9349-374B5DF2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669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types-r1-c0">
            <a:extLst xmlns:a="http://schemas.openxmlformats.org/drawingml/2006/main">
              <a:ext uri="{FF2B5EF4-FFF2-40B4-BE49-F238E27FC236}">
                <a16:creationId xmlns:a16="http://schemas.microsoft.com/office/drawing/2014/main" id="{D488B9D2-300D-4C45-8F3E-07ED7C59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57525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int</a:t>
            </a:r>
          </a:p>
        </p:txBody>
      </p:sp>
      <p:sp>
        <p:nvSpPr>
          <p:cNvPr id="11" name="types-r1-c1">
            <a:extLst xmlns:a="http://schemas.openxmlformats.org/drawingml/2006/main">
              <a:ext uri="{FF2B5EF4-FFF2-40B4-BE49-F238E27FC236}">
                <a16:creationId xmlns:a16="http://schemas.microsoft.com/office/drawing/2014/main" id="{F8156097-DFC8-42D9-841A-1C195419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57525"/>
            <a:ext cx="1724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12" name="types-v1-1">
            <a:extLst xmlns:a="http://schemas.openxmlformats.org/drawingml/2006/main">
              <a:ext uri="{FF2B5EF4-FFF2-40B4-BE49-F238E27FC236}">
                <a16:creationId xmlns:a16="http://schemas.microsoft.com/office/drawing/2014/main" id="{846C3A9F-ABE9-4521-AA90-E5B1D09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908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types-r1-c2">
            <a:extLst xmlns:a="http://schemas.openxmlformats.org/drawingml/2006/main">
              <a:ext uri="{FF2B5EF4-FFF2-40B4-BE49-F238E27FC236}">
                <a16:creationId xmlns:a16="http://schemas.microsoft.com/office/drawing/2014/main" id="{FF16BED1-FE73-4F2C-A56E-F8FCDED1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57525"/>
            <a:ext cx="543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barang atau peserta</a:t>
            </a:r>
          </a:p>
        </p:txBody>
      </p:sp>
      <p:sp>
        <p:nvSpPr>
          <p:cNvPr id="14" name="types-v1-2">
            <a:extLst xmlns:a="http://schemas.openxmlformats.org/drawingml/2006/main">
              <a:ext uri="{FF2B5EF4-FFF2-40B4-BE49-F238E27FC236}">
                <a16:creationId xmlns:a16="http://schemas.microsoft.com/office/drawing/2014/main" id="{B9FD204C-914E-453F-88ED-323BBE7A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908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types-h1">
            <a:extLst xmlns:a="http://schemas.openxmlformats.org/drawingml/2006/main">
              <a:ext uri="{FF2B5EF4-FFF2-40B4-BE49-F238E27FC236}">
                <a16:creationId xmlns:a16="http://schemas.microsoft.com/office/drawing/2014/main" id="{E4298FC2-8810-4C7A-8234-D8DA3B30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types-band-2">
            <a:extLst xmlns:a="http://schemas.openxmlformats.org/drawingml/2006/main">
              <a:ext uri="{FF2B5EF4-FFF2-40B4-BE49-F238E27FC236}">
                <a16:creationId xmlns:a16="http://schemas.microsoft.com/office/drawing/2014/main" id="{73CB9065-E663-4111-B2AC-DAA58EB6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971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ypes-r2-c0">
            <a:extLst xmlns:a="http://schemas.openxmlformats.org/drawingml/2006/main">
              <a:ext uri="{FF2B5EF4-FFF2-40B4-BE49-F238E27FC236}">
                <a16:creationId xmlns:a16="http://schemas.microsoft.com/office/drawing/2014/main" id="{78127B3A-DC4F-48DF-97D9-29E4E52E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81400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float</a:t>
            </a:r>
          </a:p>
        </p:txBody>
      </p:sp>
      <p:sp>
        <p:nvSpPr>
          <p:cNvPr id="18" name="types-r2-c1">
            <a:extLst xmlns:a="http://schemas.openxmlformats.org/drawingml/2006/main">
              <a:ext uri="{FF2B5EF4-FFF2-40B4-BE49-F238E27FC236}">
                <a16:creationId xmlns:a16="http://schemas.microsoft.com/office/drawing/2014/main" id="{80468594-81AD-4FEC-9140-EBF1220B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81400"/>
            <a:ext cx="1724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0.35</a:t>
            </a:r>
          </a:p>
        </p:txBody>
      </p:sp>
      <p:sp>
        <p:nvSpPr>
          <p:cNvPr id="19" name="types-v2-1">
            <a:extLst xmlns:a="http://schemas.openxmlformats.org/drawingml/2006/main">
              <a:ext uri="{FF2B5EF4-FFF2-40B4-BE49-F238E27FC236}">
                <a16:creationId xmlns:a16="http://schemas.microsoft.com/office/drawing/2014/main" id="{16CAC5EA-81E9-4D16-ACFF-F8EB9805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1472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types-r2-c2">
            <a:extLst xmlns:a="http://schemas.openxmlformats.org/drawingml/2006/main">
              <a:ext uri="{FF2B5EF4-FFF2-40B4-BE49-F238E27FC236}">
                <a16:creationId xmlns:a16="http://schemas.microsoft.com/office/drawing/2014/main" id="{2311F37A-245F-4535-A707-1D4D2741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81400"/>
            <a:ext cx="543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Berat atau hasil rata-rata</a:t>
            </a:r>
          </a:p>
        </p:txBody>
      </p:sp>
      <p:sp>
        <p:nvSpPr>
          <p:cNvPr id="21" name="types-v2-2">
            <a:extLst xmlns:a="http://schemas.openxmlformats.org/drawingml/2006/main">
              <a:ext uri="{FF2B5EF4-FFF2-40B4-BE49-F238E27FC236}">
                <a16:creationId xmlns:a16="http://schemas.microsoft.com/office/drawing/2014/main" id="{CC703E19-C669-4572-8A01-298D9F31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1472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types-h2">
            <a:extLst xmlns:a="http://schemas.openxmlformats.org/drawingml/2006/main">
              <a:ext uri="{FF2B5EF4-FFF2-40B4-BE49-F238E27FC236}">
                <a16:creationId xmlns:a16="http://schemas.microsoft.com/office/drawing/2014/main" id="{55698B94-C85B-41ED-9D66-679E6246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types-r3-c0">
            <a:extLst xmlns:a="http://schemas.openxmlformats.org/drawingml/2006/main">
              <a:ext uri="{FF2B5EF4-FFF2-40B4-BE49-F238E27FC236}">
                <a16:creationId xmlns:a16="http://schemas.microsoft.com/office/drawing/2014/main" id="{EFAA4A84-A76C-4405-A736-085F4A59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05275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str</a:t>
            </a:r>
          </a:p>
        </p:txBody>
      </p:sp>
      <p:sp>
        <p:nvSpPr>
          <p:cNvPr id="24" name="types-r3-c1">
            <a:extLst xmlns:a="http://schemas.openxmlformats.org/drawingml/2006/main">
              <a:ext uri="{FF2B5EF4-FFF2-40B4-BE49-F238E27FC236}">
                <a16:creationId xmlns:a16="http://schemas.microsoft.com/office/drawing/2014/main" id="{579181E4-2353-4659-A672-A7ED6DED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105275"/>
            <a:ext cx="1724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"Jakarta"</a:t>
            </a:r>
          </a:p>
        </p:txBody>
      </p:sp>
      <p:sp>
        <p:nvSpPr>
          <p:cNvPr id="25" name="types-v3-1">
            <a:extLst xmlns:a="http://schemas.openxmlformats.org/drawingml/2006/main">
              <a:ext uri="{FF2B5EF4-FFF2-40B4-BE49-F238E27FC236}">
                <a16:creationId xmlns:a16="http://schemas.microsoft.com/office/drawing/2014/main" id="{0C2EA1E4-B258-422F-AE9E-1A058724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3860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types-r3-c2">
            <a:extLst xmlns:a="http://schemas.openxmlformats.org/drawingml/2006/main">
              <a:ext uri="{FF2B5EF4-FFF2-40B4-BE49-F238E27FC236}">
                <a16:creationId xmlns:a16="http://schemas.microsoft.com/office/drawing/2014/main" id="{EAE72B20-DDE6-4064-8676-91B1C90A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05275"/>
            <a:ext cx="543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Nama cabang atau kategori</a:t>
            </a:r>
          </a:p>
        </p:txBody>
      </p:sp>
      <p:sp>
        <p:nvSpPr>
          <p:cNvPr id="27" name="types-v3-2">
            <a:extLst xmlns:a="http://schemas.openxmlformats.org/drawingml/2006/main">
              <a:ext uri="{FF2B5EF4-FFF2-40B4-BE49-F238E27FC236}">
                <a16:creationId xmlns:a16="http://schemas.microsoft.com/office/drawing/2014/main" id="{0708C7F4-D63E-4B6E-8028-B5EC1B1B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3860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types-h3">
            <a:extLst xmlns:a="http://schemas.openxmlformats.org/drawingml/2006/main">
              <a:ext uri="{FF2B5EF4-FFF2-40B4-BE49-F238E27FC236}">
                <a16:creationId xmlns:a16="http://schemas.microsoft.com/office/drawing/2014/main" id="{66994583-26C1-4F1C-A0A2-875BA10B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types-band-4">
            <a:extLst xmlns:a="http://schemas.openxmlformats.org/drawingml/2006/main">
              <a:ext uri="{FF2B5EF4-FFF2-40B4-BE49-F238E27FC236}">
                <a16:creationId xmlns:a16="http://schemas.microsoft.com/office/drawing/2014/main" id="{6EC31D96-2B00-42CC-95AC-DB0060DF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971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ypes-r4-c0">
            <a:extLst xmlns:a="http://schemas.openxmlformats.org/drawingml/2006/main">
              <a:ext uri="{FF2B5EF4-FFF2-40B4-BE49-F238E27FC236}">
                <a16:creationId xmlns:a16="http://schemas.microsoft.com/office/drawing/2014/main" id="{99517BE9-AD3A-4C47-82C6-8C24F922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29150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bool</a:t>
            </a:r>
          </a:p>
        </p:txBody>
      </p:sp>
      <p:sp>
        <p:nvSpPr>
          <p:cNvPr id="31" name="types-r4-c1">
            <a:extLst xmlns:a="http://schemas.openxmlformats.org/drawingml/2006/main">
              <a:ext uri="{FF2B5EF4-FFF2-40B4-BE49-F238E27FC236}">
                <a16:creationId xmlns:a16="http://schemas.microsoft.com/office/drawing/2014/main" id="{50CDED74-7687-4819-80D2-9858189C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629150"/>
            <a:ext cx="1724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32" name="types-v4-1">
            <a:extLst xmlns:a="http://schemas.openxmlformats.org/drawingml/2006/main">
              <a:ext uri="{FF2B5EF4-FFF2-40B4-BE49-F238E27FC236}">
                <a16:creationId xmlns:a16="http://schemas.microsoft.com/office/drawing/2014/main" id="{5C0C9327-47D7-41E5-9E7F-4C32484C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624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types-r4-c2">
            <a:extLst xmlns:a="http://schemas.openxmlformats.org/drawingml/2006/main">
              <a:ext uri="{FF2B5EF4-FFF2-40B4-BE49-F238E27FC236}">
                <a16:creationId xmlns:a16="http://schemas.microsoft.com/office/drawing/2014/main" id="{FDBE74F1-7540-441A-B2BE-F172F70B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29150"/>
            <a:ext cx="543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Status aktif atau hasil kondisi</a:t>
            </a:r>
          </a:p>
        </p:txBody>
      </p:sp>
      <p:sp>
        <p:nvSpPr>
          <p:cNvPr id="34" name="types-v4-2">
            <a:extLst xmlns:a="http://schemas.openxmlformats.org/drawingml/2006/main">
              <a:ext uri="{FF2B5EF4-FFF2-40B4-BE49-F238E27FC236}">
                <a16:creationId xmlns:a16="http://schemas.microsoft.com/office/drawing/2014/main" id="{592BB8E4-AA9B-4F71-A445-6388544C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624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types-h4">
            <a:extLst xmlns:a="http://schemas.openxmlformats.org/drawingml/2006/main">
              <a:ext uri="{FF2B5EF4-FFF2-40B4-BE49-F238E27FC236}">
                <a16:creationId xmlns:a16="http://schemas.microsoft.com/office/drawing/2014/main" id="{EF5FBFBA-5D26-45F8-870D-50A3B10A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types-r5-c0">
            <a:extLst xmlns:a="http://schemas.openxmlformats.org/drawingml/2006/main">
              <a:ext uri="{FF2B5EF4-FFF2-40B4-BE49-F238E27FC236}">
                <a16:creationId xmlns:a16="http://schemas.microsoft.com/office/drawing/2014/main" id="{5F2D6BFB-6805-465C-802B-4109B193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53025"/>
            <a:ext cx="1866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list</a:t>
            </a:r>
          </a:p>
        </p:txBody>
      </p:sp>
      <p:sp>
        <p:nvSpPr>
          <p:cNvPr id="37" name="types-r5-c1">
            <a:extLst xmlns:a="http://schemas.openxmlformats.org/drawingml/2006/main">
              <a:ext uri="{FF2B5EF4-FFF2-40B4-BE49-F238E27FC236}">
                <a16:creationId xmlns:a16="http://schemas.microsoft.com/office/drawing/2014/main" id="{E2288142-A039-44FF-9B44-8FF19C89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153025"/>
            <a:ext cx="1724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[80, 75, 90]</a:t>
            </a:r>
          </a:p>
        </p:txBody>
      </p:sp>
      <p:sp>
        <p:nvSpPr>
          <p:cNvPr id="38" name="types-v5-1">
            <a:extLst xmlns:a="http://schemas.openxmlformats.org/drawingml/2006/main">
              <a:ext uri="{FF2B5EF4-FFF2-40B4-BE49-F238E27FC236}">
                <a16:creationId xmlns:a16="http://schemas.microsoft.com/office/drawing/2014/main" id="{15B560B9-E86C-4475-B8DF-BDD61D56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863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9" name="types-r5-c2">
            <a:extLst xmlns:a="http://schemas.openxmlformats.org/drawingml/2006/main">
              <a:ext uri="{FF2B5EF4-FFF2-40B4-BE49-F238E27FC236}">
                <a16:creationId xmlns:a16="http://schemas.microsoft.com/office/drawing/2014/main" id="{5EC3FC89-55F6-44DD-BD23-4FCB2816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53025"/>
            <a:ext cx="5438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Kumpulan nilai berurutan</a:t>
            </a:r>
          </a:p>
        </p:txBody>
      </p:sp>
      <p:sp>
        <p:nvSpPr>
          <p:cNvPr id="40" name="types-v5-2">
            <a:extLst xmlns:a="http://schemas.openxmlformats.org/drawingml/2006/main">
              <a:ext uri="{FF2B5EF4-FFF2-40B4-BE49-F238E27FC236}">
                <a16:creationId xmlns:a16="http://schemas.microsoft.com/office/drawing/2014/main" id="{298423F3-D592-4FE4-A388-351F383D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863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types-h5">
            <a:extLst xmlns:a="http://schemas.openxmlformats.org/drawingml/2006/main">
              <a:ext uri="{FF2B5EF4-FFF2-40B4-BE49-F238E27FC236}">
                <a16:creationId xmlns:a16="http://schemas.microsoft.com/office/drawing/2014/main" id="{7AD9BA50-5DF1-4425-8733-CBE00E5E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679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85AEAB-287D-4DA4-87C3-D958FF12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Statement, komentar, dan indentation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92C1E7-EC6B-4537-8DCF-37EA26C5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Statement dijalankan berurutan. Komentar memberi konteks, indentation membentuk blok.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AA72C6A-0E58-4ED5-9743-FA6E6FD3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yntax-bg">
            <a:extLst xmlns:a="http://schemas.openxmlformats.org/drawingml/2006/main">
              <a:ext uri="{FF2B5EF4-FFF2-40B4-BE49-F238E27FC236}">
                <a16:creationId xmlns:a16="http://schemas.microsoft.com/office/drawing/2014/main" id="{96E9412B-E438-4ACF-AA0B-E8696408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2865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syntax-text">
            <a:extLst xmlns:a="http://schemas.openxmlformats.org/drawingml/2006/main">
              <a:ext uri="{FF2B5EF4-FFF2-40B4-BE49-F238E27FC236}">
                <a16:creationId xmlns:a16="http://schemas.microsoft.com/office/drawing/2014/main" id="{A66E6A91-EC5D-47B4-BA26-9F3F8E1A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86050"/>
            <a:ext cx="58102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total = harga * jumlah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# proses pesanan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if stok &gt;= jumlah: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stok = stok - jumlah</a:t>
            </a:r>
          </a:p>
        </p:txBody>
      </p:sp>
      <p:sp>
        <p:nvSpPr>
          <p:cNvPr id="6" name="statement-panel">
            <a:extLst xmlns:a="http://schemas.openxmlformats.org/drawingml/2006/main">
              <a:ext uri="{FF2B5EF4-FFF2-40B4-BE49-F238E27FC236}">
                <a16:creationId xmlns:a16="http://schemas.microsoft.com/office/drawing/2014/main" id="{D502A50E-3E1A-4173-91FC-69671F20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14600"/>
            <a:ext cx="32385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statement-head">
            <a:extLst xmlns:a="http://schemas.openxmlformats.org/drawingml/2006/main">
              <a:ext uri="{FF2B5EF4-FFF2-40B4-BE49-F238E27FC236}">
                <a16:creationId xmlns:a16="http://schemas.microsoft.com/office/drawing/2014/main" id="{97A650BB-6ADB-42AA-AAC4-5C4CC64F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479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Statement</a:t>
            </a:r>
          </a:p>
        </p:txBody>
      </p:sp>
      <p:sp>
        <p:nvSpPr>
          <p:cNvPr id="8" name="statement-body">
            <a:extLst xmlns:a="http://schemas.openxmlformats.org/drawingml/2006/main">
              <a:ext uri="{FF2B5EF4-FFF2-40B4-BE49-F238E27FC236}">
                <a16:creationId xmlns:a16="http://schemas.microsoft.com/office/drawing/2014/main" id="{F7A0E3AA-9471-43D9-B169-B7FEB28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00375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total = harga * jumlah</a:t>
            </a:r>
          </a:p>
        </p:txBody>
      </p:sp>
      <p:sp>
        <p:nvSpPr>
          <p:cNvPr id="9" name="comment-panel">
            <a:extLst xmlns:a="http://schemas.openxmlformats.org/drawingml/2006/main">
              <a:ext uri="{FF2B5EF4-FFF2-40B4-BE49-F238E27FC236}">
                <a16:creationId xmlns:a16="http://schemas.microsoft.com/office/drawing/2014/main" id="{06844C00-962C-48C4-984D-89BCC669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7625"/>
            <a:ext cx="323850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0" name="comment-head">
            <a:extLst xmlns:a="http://schemas.openxmlformats.org/drawingml/2006/main">
              <a:ext uri="{FF2B5EF4-FFF2-40B4-BE49-F238E27FC236}">
                <a16:creationId xmlns:a16="http://schemas.microsoft.com/office/drawing/2014/main" id="{14CCD6E8-D115-4C57-A9F7-FCB76232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9097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Komentar</a:t>
            </a:r>
          </a:p>
        </p:txBody>
      </p:sp>
      <p:sp>
        <p:nvSpPr>
          <p:cNvPr id="11" name="comment-body">
            <a:extLst xmlns:a="http://schemas.openxmlformats.org/drawingml/2006/main">
              <a:ext uri="{FF2B5EF4-FFF2-40B4-BE49-F238E27FC236}">
                <a16:creationId xmlns:a16="http://schemas.microsoft.com/office/drawing/2014/main" id="{CAB8D35A-023A-4BDB-A100-92687B28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43400"/>
            <a:ext cx="281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Baris yang diawali # tidak dijalankan.</a:t>
            </a:r>
          </a:p>
        </p:txBody>
      </p:sp>
      <p:sp>
        <p:nvSpPr>
          <p:cNvPr id="12" name="indent-note">
            <a:extLst xmlns:a="http://schemas.openxmlformats.org/drawingml/2006/main">
              <a:ext uri="{FF2B5EF4-FFF2-40B4-BE49-F238E27FC236}">
                <a16:creationId xmlns:a16="http://schemas.microsoft.com/office/drawing/2014/main" id="{A4F1923E-4953-4F32-9ABB-43C918AA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5785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Indentation menentukan baris mana yang menjadi isi blok if.</a:t>
            </a:r>
          </a:p>
        </p:txBody>
      </p:sp>
    </p:spTree>
    <p:extLst>
      <p:ext uri="{BB962C8B-B14F-4D97-AF65-F5344CB8AC3E}">
        <p14:creationId xmlns:p14="http://schemas.microsoft.com/office/powerpoint/2010/main" val="951905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9BFC8C-D86E-4CEC-82D4-0DF80001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Input, casting, dan output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87CD033-2C6F-4057-B1D3-5997923D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input() selalu menerima teks. Ubah tipe sebelum melakukan operasi numerik.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C98DA48-F89B-42B3-8931-62B32108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flow-0">
            <a:extLst xmlns:a="http://schemas.openxmlformats.org/drawingml/2006/main">
              <a:ext uri="{FF2B5EF4-FFF2-40B4-BE49-F238E27FC236}">
                <a16:creationId xmlns:a16="http://schemas.microsoft.com/office/drawing/2014/main" id="{0A0E3A22-F4D4-42ED-BBF5-4BA491AA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3812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09836B6C-A534-442B-9478-910BCB36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76575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Masukan</a:t>
            </a:r>
          </a:p>
        </p:txBody>
      </p:sp>
      <p:sp>
        <p:nvSpPr>
          <p:cNvPr id="6" name="flow-copy-0">
            <a:extLst xmlns:a="http://schemas.openxmlformats.org/drawingml/2006/main">
              <a:ext uri="{FF2B5EF4-FFF2-40B4-BE49-F238E27FC236}">
                <a16:creationId xmlns:a16="http://schemas.microsoft.com/office/drawing/2014/main" id="{A3AB1F2A-27C1-4EDB-87D2-BFE44D30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047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input()</a:t>
            </a:r>
          </a:p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"3"</a:t>
            </a:r>
          </a:p>
        </p:txBody>
      </p:sp>
      <p:sp>
        <p:nvSpPr>
          <p:cNvPr id="7" name="flow-link-0">
            <a:extLst xmlns:a="http://schemas.openxmlformats.org/drawingml/2006/main">
              <a:ext uri="{FF2B5EF4-FFF2-40B4-BE49-F238E27FC236}">
                <a16:creationId xmlns:a16="http://schemas.microsoft.com/office/drawing/2014/main" id="{AB687E33-644D-45E6-803E-7460DA5C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8290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96B9B"/>
            </a:solidFill>
            <a:prstDash val="solid"/>
          </a:ln>
        </p:spPr>
      </p: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7768B959-04A5-4E78-8A79-B1F335FE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57500"/>
            <a:ext cx="23812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9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E3A5651C-2AD3-4B50-92D7-D81F525E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76575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Konversi</a:t>
            </a:r>
          </a:p>
        </p:txBody>
      </p:sp>
      <p:sp>
        <p:nvSpPr>
          <p:cNvPr id="10" name="flow-copy-1">
            <a:extLst xmlns:a="http://schemas.openxmlformats.org/drawingml/2006/main">
              <a:ext uri="{FF2B5EF4-FFF2-40B4-BE49-F238E27FC236}">
                <a16:creationId xmlns:a16="http://schemas.microsoft.com/office/drawing/2014/main" id="{8FC4C39D-D6B2-4760-ADE5-BB67A320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0450"/>
            <a:ext cx="2047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int("3")</a:t>
            </a:r>
          </a:p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3</a:t>
            </a:r>
          </a:p>
        </p:txBody>
      </p:sp>
      <p:sp>
        <p:nvSpPr>
          <p:cNvPr id="11" name="flow-link-1">
            <a:extLst xmlns:a="http://schemas.openxmlformats.org/drawingml/2006/main">
              <a:ext uri="{FF2B5EF4-FFF2-40B4-BE49-F238E27FC236}">
                <a16:creationId xmlns:a16="http://schemas.microsoft.com/office/drawing/2014/main" id="{4DDC123C-3430-49F7-BF49-7021F218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8290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96B9B"/>
            </a:solidFill>
            <a:prstDash val="solid"/>
          </a:ln>
        </p:spPr>
      </p:sp>
      <p:sp>
        <p:nvSpPr>
          <p:cNvPr id="12" name="flow-2">
            <a:extLst xmlns:a="http://schemas.openxmlformats.org/drawingml/2006/main">
              <a:ext uri="{FF2B5EF4-FFF2-40B4-BE49-F238E27FC236}">
                <a16:creationId xmlns:a16="http://schemas.microsoft.com/office/drawing/2014/main" id="{848CA5B2-4DFD-4E8F-A789-DD919988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3812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3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0C59FA3B-9632-48AB-9A7D-C9C3E957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76575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Perhitungan</a:t>
            </a:r>
          </a:p>
        </p:txBody>
      </p:sp>
      <p:sp>
        <p:nvSpPr>
          <p:cNvPr id="14" name="flow-copy-2">
            <a:extLst xmlns:a="http://schemas.openxmlformats.org/drawingml/2006/main">
              <a:ext uri="{FF2B5EF4-FFF2-40B4-BE49-F238E27FC236}">
                <a16:creationId xmlns:a16="http://schemas.microsoft.com/office/drawing/2014/main" id="{63BED387-EBC9-4CD5-BB7F-821F74F9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2047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3 × 0.35</a:t>
            </a:r>
          </a:p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1.05</a:t>
            </a:r>
          </a:p>
        </p:txBody>
      </p:sp>
      <p:sp>
        <p:nvSpPr>
          <p:cNvPr id="15" name="flow-link-2">
            <a:extLst xmlns:a="http://schemas.openxmlformats.org/drawingml/2006/main">
              <a:ext uri="{FF2B5EF4-FFF2-40B4-BE49-F238E27FC236}">
                <a16:creationId xmlns:a16="http://schemas.microsoft.com/office/drawing/2014/main" id="{50E7588C-DDAE-4407-9B0E-8F321DAF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290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96B9B"/>
            </a:solidFill>
            <a:prstDash val="solid"/>
          </a:ln>
        </p:spPr>
      </p:sp>
      <p:sp>
        <p:nvSpPr>
          <p:cNvPr id="16" name="flow-3">
            <a:extLst xmlns:a="http://schemas.openxmlformats.org/drawingml/2006/main">
              <a:ext uri="{FF2B5EF4-FFF2-40B4-BE49-F238E27FC236}">
                <a16:creationId xmlns:a16="http://schemas.microsoft.com/office/drawing/2014/main" id="{3ADA392F-EE61-4AA7-B5E8-C357436D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3812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7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7882F4B6-A7EE-4369-BE45-029C0F44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Keluaran</a:t>
            </a:r>
          </a:p>
        </p:txBody>
      </p:sp>
      <p:sp>
        <p:nvSpPr>
          <p:cNvPr id="18" name="flow-copy-3">
            <a:extLst xmlns:a="http://schemas.openxmlformats.org/drawingml/2006/main">
              <a:ext uri="{FF2B5EF4-FFF2-40B4-BE49-F238E27FC236}">
                <a16:creationId xmlns:a16="http://schemas.microsoft.com/office/drawing/2014/main" id="{9A3AFF2C-71FF-4C11-9D09-010EC914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00450"/>
            <a:ext cx="2047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print(...)</a:t>
            </a:r>
          </a:p>
          <a:p xmlns:a="http://schemas.openxmlformats.org/drawingml/2006/main">
            <a:pPr algn="l">
              <a:defRPr sz="16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menampilkan hasil</a:t>
            </a:r>
          </a:p>
        </p:txBody>
      </p:sp>
      <p:sp>
        <p:nvSpPr>
          <p:cNvPr id="19" name="casting-detail">
            <a:extLst xmlns:a="http://schemas.openxmlformats.org/drawingml/2006/main">
              <a:ext uri="{FF2B5EF4-FFF2-40B4-BE49-F238E27FC236}">
                <a16:creationId xmlns:a16="http://schemas.microsoft.com/office/drawing/2014/main" id="{934AE6F8-4EB6-4988-95A8-DF85BD3E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5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int(3.8) menghasilkan 3. Konversi ini memotong bagian desimal, bukan membulatkan.</a:t>
            </a:r>
          </a:p>
        </p:txBody>
      </p:sp>
    </p:spTree>
    <p:extLst>
      <p:ext uri="{BB962C8B-B14F-4D97-AF65-F5344CB8AC3E}">
        <p14:creationId xmlns:p14="http://schemas.microsoft.com/office/powerpoint/2010/main" val="20887113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A84F41-0A0C-48CA-9B98-BBCABADF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Operasi aritmatika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D5F459-2544-44DD-8CFD-893EC723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Operator dasar membantu menghitung total, selisih, harga, dan ukuran turunan.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79C6D4C-0A4D-4DA1-90E5-839E50BD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arithmetic-head-bg">
            <a:extLst xmlns:a="http://schemas.openxmlformats.org/drawingml/2006/main">
              <a:ext uri="{FF2B5EF4-FFF2-40B4-BE49-F238E27FC236}">
                <a16:creationId xmlns:a16="http://schemas.microsoft.com/office/drawing/2014/main" id="{84DEDAB0-D173-4E2F-8CC1-B4E4DE93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1019175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arithmetic-r0-c0">
            <a:extLst xmlns:a="http://schemas.openxmlformats.org/drawingml/2006/main">
              <a:ext uri="{FF2B5EF4-FFF2-40B4-BE49-F238E27FC236}">
                <a16:creationId xmlns:a16="http://schemas.microsoft.com/office/drawing/2014/main" id="{9DDB1FE0-E83D-4FD5-A9D5-901C9E15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289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Operator</a:t>
            </a:r>
          </a:p>
        </p:txBody>
      </p:sp>
      <p:sp>
        <p:nvSpPr>
          <p:cNvPr id="6" name="arithmetic-r0-c1">
            <a:extLst xmlns:a="http://schemas.openxmlformats.org/drawingml/2006/main">
              <a:ext uri="{FF2B5EF4-FFF2-40B4-BE49-F238E27FC236}">
                <a16:creationId xmlns:a16="http://schemas.microsoft.com/office/drawing/2014/main" id="{24CC9C7B-180B-4890-AB11-AF7B9CC9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289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Contoh</a:t>
            </a:r>
          </a:p>
        </p:txBody>
      </p:sp>
      <p:sp>
        <p:nvSpPr>
          <p:cNvPr id="7" name="arithmetic-v0-1">
            <a:extLst xmlns:a="http://schemas.openxmlformats.org/drawingml/2006/main">
              <a:ext uri="{FF2B5EF4-FFF2-40B4-BE49-F238E27FC236}">
                <a16:creationId xmlns:a16="http://schemas.microsoft.com/office/drawing/2014/main" id="{88B42FFB-1E37-458F-B1BD-37A1C96B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622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arithmetic-r0-c2">
            <a:extLst xmlns:a="http://schemas.openxmlformats.org/drawingml/2006/main">
              <a:ext uri="{FF2B5EF4-FFF2-40B4-BE49-F238E27FC236}">
                <a16:creationId xmlns:a16="http://schemas.microsoft.com/office/drawing/2014/main" id="{CB084B1B-2366-4B0E-BFC0-6554A73D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2890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Hasil</a:t>
            </a:r>
          </a:p>
        </p:txBody>
      </p:sp>
      <p:sp>
        <p:nvSpPr>
          <p:cNvPr id="9" name="arithmetic-v0-2">
            <a:extLst xmlns:a="http://schemas.openxmlformats.org/drawingml/2006/main">
              <a:ext uri="{FF2B5EF4-FFF2-40B4-BE49-F238E27FC236}">
                <a16:creationId xmlns:a16="http://schemas.microsoft.com/office/drawing/2014/main" id="{67D4828D-4D00-4FA2-88D1-D1AE17E3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622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arithmetic-r1-c0">
            <a:extLst xmlns:a="http://schemas.openxmlformats.org/drawingml/2006/main">
              <a:ext uri="{FF2B5EF4-FFF2-40B4-BE49-F238E27FC236}">
                <a16:creationId xmlns:a16="http://schemas.microsoft.com/office/drawing/2014/main" id="{822459EA-3770-477E-AC3C-293F1092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1432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+</a:t>
            </a:r>
          </a:p>
        </p:txBody>
      </p:sp>
      <p:sp>
        <p:nvSpPr>
          <p:cNvPr id="11" name="arithmetic-r1-c1">
            <a:extLst xmlns:a="http://schemas.openxmlformats.org/drawingml/2006/main">
              <a:ext uri="{FF2B5EF4-FFF2-40B4-BE49-F238E27FC236}">
                <a16:creationId xmlns:a16="http://schemas.microsoft.com/office/drawing/2014/main" id="{67484207-12C4-4655-93B5-CB09C8DC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432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 + 3</a:t>
            </a:r>
          </a:p>
        </p:txBody>
      </p:sp>
      <p:sp>
        <p:nvSpPr>
          <p:cNvPr id="12" name="arithmetic-v1-1">
            <a:extLst xmlns:a="http://schemas.openxmlformats.org/drawingml/2006/main">
              <a:ext uri="{FF2B5EF4-FFF2-40B4-BE49-F238E27FC236}">
                <a16:creationId xmlns:a16="http://schemas.microsoft.com/office/drawing/2014/main" id="{4DD9762B-30CF-4002-8EE9-1AC84489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7657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arithmetic-r1-c2">
            <a:extLst xmlns:a="http://schemas.openxmlformats.org/drawingml/2006/main">
              <a:ext uri="{FF2B5EF4-FFF2-40B4-BE49-F238E27FC236}">
                <a16:creationId xmlns:a16="http://schemas.microsoft.com/office/drawing/2014/main" id="{B9242D92-C19E-452A-BF8F-B306654B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14325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13</a:t>
            </a:r>
          </a:p>
        </p:txBody>
      </p:sp>
      <p:sp>
        <p:nvSpPr>
          <p:cNvPr id="14" name="arithmetic-v1-2">
            <a:extLst xmlns:a="http://schemas.openxmlformats.org/drawingml/2006/main">
              <a:ext uri="{FF2B5EF4-FFF2-40B4-BE49-F238E27FC236}">
                <a16:creationId xmlns:a16="http://schemas.microsoft.com/office/drawing/2014/main" id="{D10772B2-CA2A-47AF-A687-5463F0A4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7657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arithmetic-h1">
            <a:extLst xmlns:a="http://schemas.openxmlformats.org/drawingml/2006/main">
              <a:ext uri="{FF2B5EF4-FFF2-40B4-BE49-F238E27FC236}">
                <a16:creationId xmlns:a16="http://schemas.microsoft.com/office/drawing/2014/main" id="{BF4418FA-EA35-43F5-AFF1-F6513C75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384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arithmetic-band-2">
            <a:extLst xmlns:a="http://schemas.openxmlformats.org/drawingml/2006/main">
              <a:ext uri="{FF2B5EF4-FFF2-40B4-BE49-F238E27FC236}">
                <a16:creationId xmlns:a16="http://schemas.microsoft.com/office/drawing/2014/main" id="{929952E7-8FC5-46D0-A1AA-D5851038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ithmetic-r2-c0">
            <a:extLst xmlns:a="http://schemas.openxmlformats.org/drawingml/2006/main">
              <a:ext uri="{FF2B5EF4-FFF2-40B4-BE49-F238E27FC236}">
                <a16:creationId xmlns:a16="http://schemas.microsoft.com/office/drawing/2014/main" id="{0F069629-5446-4D7C-A9B6-056547AD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576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−</a:t>
            </a:r>
          </a:p>
        </p:txBody>
      </p:sp>
      <p:sp>
        <p:nvSpPr>
          <p:cNvPr id="18" name="arithmetic-r2-c1">
            <a:extLst xmlns:a="http://schemas.openxmlformats.org/drawingml/2006/main">
              <a:ext uri="{FF2B5EF4-FFF2-40B4-BE49-F238E27FC236}">
                <a16:creationId xmlns:a16="http://schemas.microsoft.com/office/drawing/2014/main" id="{BD89F84D-3EE8-4AEF-ABB9-32DF03B8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576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10 − 3</a:t>
            </a:r>
          </a:p>
        </p:txBody>
      </p:sp>
      <p:sp>
        <p:nvSpPr>
          <p:cNvPr id="19" name="arithmetic-v2-1">
            <a:extLst xmlns:a="http://schemas.openxmlformats.org/drawingml/2006/main">
              <a:ext uri="{FF2B5EF4-FFF2-40B4-BE49-F238E27FC236}">
                <a16:creationId xmlns:a16="http://schemas.microsoft.com/office/drawing/2014/main" id="{0B4B6F81-7F05-45A4-AF45-1C01C652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909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arithmetic-r2-c2">
            <a:extLst xmlns:a="http://schemas.openxmlformats.org/drawingml/2006/main">
              <a:ext uri="{FF2B5EF4-FFF2-40B4-BE49-F238E27FC236}">
                <a16:creationId xmlns:a16="http://schemas.microsoft.com/office/drawing/2014/main" id="{999C07E2-ED25-455A-95FA-174C6A64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65760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</a:t>
            </a:r>
          </a:p>
        </p:txBody>
      </p:sp>
      <p:sp>
        <p:nvSpPr>
          <p:cNvPr id="21" name="arithmetic-v2-2">
            <a:extLst xmlns:a="http://schemas.openxmlformats.org/drawingml/2006/main">
              <a:ext uri="{FF2B5EF4-FFF2-40B4-BE49-F238E27FC236}">
                <a16:creationId xmlns:a16="http://schemas.microsoft.com/office/drawing/2014/main" id="{3111283B-D4C8-4621-B343-6192B8D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909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arithmetic-h2">
            <a:extLst xmlns:a="http://schemas.openxmlformats.org/drawingml/2006/main">
              <a:ext uri="{FF2B5EF4-FFF2-40B4-BE49-F238E27FC236}">
                <a16:creationId xmlns:a16="http://schemas.microsoft.com/office/drawing/2014/main" id="{436A37C2-655C-4CB1-AE4F-55C11F63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arithmetic-r3-c0">
            <a:extLst xmlns:a="http://schemas.openxmlformats.org/drawingml/2006/main">
              <a:ext uri="{FF2B5EF4-FFF2-40B4-BE49-F238E27FC236}">
                <a16:creationId xmlns:a16="http://schemas.microsoft.com/office/drawing/2014/main" id="{67073EB4-6C98-4E11-9E23-6E92FF6E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1719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×</a:t>
            </a:r>
          </a:p>
        </p:txBody>
      </p:sp>
      <p:sp>
        <p:nvSpPr>
          <p:cNvPr id="24" name="arithmetic-r3-c1">
            <a:extLst xmlns:a="http://schemas.openxmlformats.org/drawingml/2006/main">
              <a:ext uri="{FF2B5EF4-FFF2-40B4-BE49-F238E27FC236}">
                <a16:creationId xmlns:a16="http://schemas.microsoft.com/office/drawing/2014/main" id="{44DD0FAF-8573-44DD-BD1E-A83EB62A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1719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 * 3</a:t>
            </a:r>
          </a:p>
        </p:txBody>
      </p:sp>
      <p:sp>
        <p:nvSpPr>
          <p:cNvPr id="25" name="arithmetic-v3-1">
            <a:extLst xmlns:a="http://schemas.openxmlformats.org/drawingml/2006/main">
              <a:ext uri="{FF2B5EF4-FFF2-40B4-BE49-F238E27FC236}">
                <a16:creationId xmlns:a16="http://schemas.microsoft.com/office/drawing/2014/main" id="{2BF8C6D9-87E2-48E2-BFAF-0F09E337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arithmetic-r3-c2">
            <a:extLst xmlns:a="http://schemas.openxmlformats.org/drawingml/2006/main">
              <a:ext uri="{FF2B5EF4-FFF2-40B4-BE49-F238E27FC236}">
                <a16:creationId xmlns:a16="http://schemas.microsoft.com/office/drawing/2014/main" id="{6802538F-B7E6-494C-A1CF-A245D4FA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17195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30</a:t>
            </a:r>
          </a:p>
        </p:txBody>
      </p:sp>
      <p:sp>
        <p:nvSpPr>
          <p:cNvPr id="27" name="arithmetic-v3-2">
            <a:extLst xmlns:a="http://schemas.openxmlformats.org/drawingml/2006/main">
              <a:ext uri="{FF2B5EF4-FFF2-40B4-BE49-F238E27FC236}">
                <a16:creationId xmlns:a16="http://schemas.microsoft.com/office/drawing/2014/main" id="{5C8ED9BC-A88A-43B0-98AB-11767623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527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arithmetic-h3">
            <a:extLst xmlns:a="http://schemas.openxmlformats.org/drawingml/2006/main">
              <a:ext uri="{FF2B5EF4-FFF2-40B4-BE49-F238E27FC236}">
                <a16:creationId xmlns:a16="http://schemas.microsoft.com/office/drawing/2014/main" id="{B955971B-5312-4D4E-B1CA-12993FC0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arithmetic-band-4">
            <a:extLst xmlns:a="http://schemas.openxmlformats.org/drawingml/2006/main">
              <a:ext uri="{FF2B5EF4-FFF2-40B4-BE49-F238E27FC236}">
                <a16:creationId xmlns:a16="http://schemas.microsoft.com/office/drawing/2014/main" id="{DEF94009-AFFE-4E11-987D-A1CB9B57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81525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rithmetic-r4-c0">
            <a:extLst xmlns:a="http://schemas.openxmlformats.org/drawingml/2006/main">
              <a:ext uri="{FF2B5EF4-FFF2-40B4-BE49-F238E27FC236}">
                <a16:creationId xmlns:a16="http://schemas.microsoft.com/office/drawing/2014/main" id="{1607400D-77E8-45AA-923F-34F968F8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6863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/</a:t>
            </a:r>
          </a:p>
        </p:txBody>
      </p:sp>
      <p:sp>
        <p:nvSpPr>
          <p:cNvPr id="31" name="arithmetic-r4-c1">
            <a:extLst xmlns:a="http://schemas.openxmlformats.org/drawingml/2006/main">
              <a:ext uri="{FF2B5EF4-FFF2-40B4-BE49-F238E27FC236}">
                <a16:creationId xmlns:a16="http://schemas.microsoft.com/office/drawing/2014/main" id="{1E77897F-2B8E-4266-95B1-89A68508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863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 / 4</a:t>
            </a:r>
          </a:p>
        </p:txBody>
      </p:sp>
      <p:sp>
        <p:nvSpPr>
          <p:cNvPr id="32" name="arithmetic-v4-1">
            <a:extLst xmlns:a="http://schemas.openxmlformats.org/drawingml/2006/main">
              <a:ext uri="{FF2B5EF4-FFF2-40B4-BE49-F238E27FC236}">
                <a16:creationId xmlns:a16="http://schemas.microsoft.com/office/drawing/2014/main" id="{20967F1B-1466-4D80-BCCD-4766ABDC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96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arithmetic-r4-c2">
            <a:extLst xmlns:a="http://schemas.openxmlformats.org/drawingml/2006/main">
              <a:ext uri="{FF2B5EF4-FFF2-40B4-BE49-F238E27FC236}">
                <a16:creationId xmlns:a16="http://schemas.microsoft.com/office/drawing/2014/main" id="{8EE77D15-741F-4C18-A8CC-759EBE43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68630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2.5</a:t>
            </a:r>
          </a:p>
        </p:txBody>
      </p:sp>
      <p:sp>
        <p:nvSpPr>
          <p:cNvPr id="34" name="arithmetic-v4-2">
            <a:extLst xmlns:a="http://schemas.openxmlformats.org/drawingml/2006/main">
              <a:ext uri="{FF2B5EF4-FFF2-40B4-BE49-F238E27FC236}">
                <a16:creationId xmlns:a16="http://schemas.microsoft.com/office/drawing/2014/main" id="{85DFF475-9914-4965-BC62-A38DCB88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1962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arithmetic-h4">
            <a:extLst xmlns:a="http://schemas.openxmlformats.org/drawingml/2006/main">
              <a:ext uri="{FF2B5EF4-FFF2-40B4-BE49-F238E27FC236}">
                <a16:creationId xmlns:a16="http://schemas.microsoft.com/office/drawing/2014/main" id="{C8366A86-8766-4AF8-9452-009437AB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815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arithmetic-r5-c0">
            <a:extLst xmlns:a="http://schemas.openxmlformats.org/drawingml/2006/main">
              <a:ext uri="{FF2B5EF4-FFF2-40B4-BE49-F238E27FC236}">
                <a16:creationId xmlns:a16="http://schemas.microsoft.com/office/drawing/2014/main" id="{1487098F-C881-4708-9EE7-DD206C8D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2006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**</a:t>
            </a:r>
          </a:p>
        </p:txBody>
      </p:sp>
      <p:sp>
        <p:nvSpPr>
          <p:cNvPr id="37" name="arithmetic-r5-c1">
            <a:extLst xmlns:a="http://schemas.openxmlformats.org/drawingml/2006/main">
              <a:ext uri="{FF2B5EF4-FFF2-40B4-BE49-F238E27FC236}">
                <a16:creationId xmlns:a16="http://schemas.microsoft.com/office/drawing/2014/main" id="{D68334BA-0DD9-4FA1-80D9-65F428A3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006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 ** 2</a:t>
            </a:r>
          </a:p>
        </p:txBody>
      </p:sp>
      <p:sp>
        <p:nvSpPr>
          <p:cNvPr id="38" name="arithmetic-v5-1">
            <a:extLst xmlns:a="http://schemas.openxmlformats.org/drawingml/2006/main">
              <a:ext uri="{FF2B5EF4-FFF2-40B4-BE49-F238E27FC236}">
                <a16:creationId xmlns:a16="http://schemas.microsoft.com/office/drawing/2014/main" id="{6448DCFD-E13D-413E-95CC-F62CB6A9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3397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9" name="arithmetic-r5-c2">
            <a:extLst xmlns:a="http://schemas.openxmlformats.org/drawingml/2006/main">
              <a:ext uri="{FF2B5EF4-FFF2-40B4-BE49-F238E27FC236}">
                <a16:creationId xmlns:a16="http://schemas.microsoft.com/office/drawing/2014/main" id="{0BD93EBC-73F4-4328-8043-3DCBBE1F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20065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</a:t>
            </a:r>
          </a:p>
        </p:txBody>
      </p:sp>
      <p:sp>
        <p:nvSpPr>
          <p:cNvPr id="40" name="arithmetic-v5-2">
            <a:extLst xmlns:a="http://schemas.openxmlformats.org/drawingml/2006/main">
              <a:ext uri="{FF2B5EF4-FFF2-40B4-BE49-F238E27FC236}">
                <a16:creationId xmlns:a16="http://schemas.microsoft.com/office/drawing/2014/main" id="{A9D6FDD4-3213-40BD-A687-209604E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33975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arithmetic-h5">
            <a:extLst xmlns:a="http://schemas.openxmlformats.org/drawingml/2006/main">
              <a:ext uri="{FF2B5EF4-FFF2-40B4-BE49-F238E27FC236}">
                <a16:creationId xmlns:a16="http://schemas.microsoft.com/office/drawing/2014/main" id="{8B9D0611-5257-49A9-ABAE-60ECF5EF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2" name="python-operator-note">
            <a:extLst xmlns:a="http://schemas.openxmlformats.org/drawingml/2006/main">
              <a:ext uri="{FF2B5EF4-FFF2-40B4-BE49-F238E27FC236}">
                <a16:creationId xmlns:a16="http://schemas.microsoft.com/office/drawing/2014/main" id="{B9DA2D11-E6D5-4A31-844B-1894821A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Di Python, perkalian ditulis dengan * dan pembagian dengan /.</a:t>
            </a:r>
          </a:p>
        </p:txBody>
      </p:sp>
    </p:spTree>
    <p:extLst>
      <p:ext uri="{BB962C8B-B14F-4D97-AF65-F5344CB8AC3E}">
        <p14:creationId xmlns:p14="http://schemas.microsoft.com/office/powerpoint/2010/main" val="1668201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59297D-4907-4142-8C90-B66C1235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Pembagian bulat dan urutan hitung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24C17DE-D884-4A1B-A4EA-83CBE190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Pembagian bulat memberi kelompok penuh. Modulo memberi sisa pembagian.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E941232-C31F-4971-B097-56576DDF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ten-items">
            <a:extLst xmlns:a="http://schemas.openxmlformats.org/drawingml/2006/main">
              <a:ext uri="{FF2B5EF4-FFF2-40B4-BE49-F238E27FC236}">
                <a16:creationId xmlns:a16="http://schemas.microsoft.com/office/drawing/2014/main" id="{DB8E9459-FA75-4C30-96F6-B7603736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10 barang dibagi menjadi kelompok berisi 4</a:t>
            </a:r>
          </a:p>
        </p:txBody>
      </p:sp>
      <p:sp>
        <p:nvSpPr>
          <p:cNvPr id="5" name="unit-0">
            <a:extLst xmlns:a="http://schemas.openxmlformats.org/drawingml/2006/main">
              <a:ext uri="{FF2B5EF4-FFF2-40B4-BE49-F238E27FC236}">
                <a16:creationId xmlns:a16="http://schemas.microsoft.com/office/drawing/2014/main" id="{35C764EA-2860-4704-AF8C-6AA40370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03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6" name="unit-label-0">
            <a:extLst xmlns:a="http://schemas.openxmlformats.org/drawingml/2006/main">
              <a:ext uri="{FF2B5EF4-FFF2-40B4-BE49-F238E27FC236}">
                <a16:creationId xmlns:a16="http://schemas.microsoft.com/office/drawing/2014/main" id="{21D4E818-E39E-402F-BC5D-39007C1A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05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7" name="unit-1">
            <a:extLst xmlns:a="http://schemas.openxmlformats.org/drawingml/2006/main">
              <a:ext uri="{FF2B5EF4-FFF2-40B4-BE49-F238E27FC236}">
                <a16:creationId xmlns:a16="http://schemas.microsoft.com/office/drawing/2014/main" id="{A8F8EBCE-55F2-4CBB-ABA1-C144C0A9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003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8" name="unit-label-1">
            <a:extLst xmlns:a="http://schemas.openxmlformats.org/drawingml/2006/main">
              <a:ext uri="{FF2B5EF4-FFF2-40B4-BE49-F238E27FC236}">
                <a16:creationId xmlns:a16="http://schemas.microsoft.com/office/drawing/2014/main" id="{04C7F87D-B4A8-45C1-85E9-FF05C3DC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05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9" name="unit-2">
            <a:extLst xmlns:a="http://schemas.openxmlformats.org/drawingml/2006/main">
              <a:ext uri="{FF2B5EF4-FFF2-40B4-BE49-F238E27FC236}">
                <a16:creationId xmlns:a16="http://schemas.microsoft.com/office/drawing/2014/main" id="{96525500-3D56-48DC-B65B-C225C347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003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0" name="unit-label-2">
            <a:extLst xmlns:a="http://schemas.openxmlformats.org/drawingml/2006/main">
              <a:ext uri="{FF2B5EF4-FFF2-40B4-BE49-F238E27FC236}">
                <a16:creationId xmlns:a16="http://schemas.microsoft.com/office/drawing/2014/main" id="{CF0F0309-ED96-4500-BACF-33A34CE7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05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11" name="unit-3">
            <a:extLst xmlns:a="http://schemas.openxmlformats.org/drawingml/2006/main">
              <a:ext uri="{FF2B5EF4-FFF2-40B4-BE49-F238E27FC236}">
                <a16:creationId xmlns:a16="http://schemas.microsoft.com/office/drawing/2014/main" id="{AACA5669-2C66-46D0-B755-3F47A04F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003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2" name="unit-label-3">
            <a:extLst xmlns:a="http://schemas.openxmlformats.org/drawingml/2006/main">
              <a:ext uri="{FF2B5EF4-FFF2-40B4-BE49-F238E27FC236}">
                <a16:creationId xmlns:a16="http://schemas.microsoft.com/office/drawing/2014/main" id="{37E138C4-D2A3-403D-9D6D-918D2575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05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13" name="unit-4">
            <a:extLst xmlns:a="http://schemas.openxmlformats.org/drawingml/2006/main">
              <a:ext uri="{FF2B5EF4-FFF2-40B4-BE49-F238E27FC236}">
                <a16:creationId xmlns:a16="http://schemas.microsoft.com/office/drawing/2014/main" id="{5604C0B2-C059-4F57-A9CF-8AAE0878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003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4" name="unit-label-4">
            <a:extLst xmlns:a="http://schemas.openxmlformats.org/drawingml/2006/main">
              <a:ext uri="{FF2B5EF4-FFF2-40B4-BE49-F238E27FC236}">
                <a16:creationId xmlns:a16="http://schemas.microsoft.com/office/drawing/2014/main" id="{3B9F2653-6D78-4078-B0A4-7B36A09F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05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5</a:t>
            </a:r>
          </a:p>
        </p:txBody>
      </p:sp>
      <p:sp>
        <p:nvSpPr>
          <p:cNvPr id="15" name="unit-5">
            <a:extLst xmlns:a="http://schemas.openxmlformats.org/drawingml/2006/main">
              <a:ext uri="{FF2B5EF4-FFF2-40B4-BE49-F238E27FC236}">
                <a16:creationId xmlns:a16="http://schemas.microsoft.com/office/drawing/2014/main" id="{A43B07E5-1CBA-49D4-8DF9-7C695228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8142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6" name="unit-label-5">
            <a:extLst xmlns:a="http://schemas.openxmlformats.org/drawingml/2006/main">
              <a:ext uri="{FF2B5EF4-FFF2-40B4-BE49-F238E27FC236}">
                <a16:creationId xmlns:a16="http://schemas.microsoft.com/office/drawing/2014/main" id="{4E86A1C9-07A7-4F27-A2B2-35CA4748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862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</a:t>
            </a:r>
          </a:p>
        </p:txBody>
      </p:sp>
      <p:sp>
        <p:nvSpPr>
          <p:cNvPr id="17" name="unit-6">
            <a:extLst xmlns:a="http://schemas.openxmlformats.org/drawingml/2006/main">
              <a:ext uri="{FF2B5EF4-FFF2-40B4-BE49-F238E27FC236}">
                <a16:creationId xmlns:a16="http://schemas.microsoft.com/office/drawing/2014/main" id="{DEE51DA8-73AA-4C4A-8290-A29B5EF3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8142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8" name="unit-label-6">
            <a:extLst xmlns:a="http://schemas.openxmlformats.org/drawingml/2006/main">
              <a:ext uri="{FF2B5EF4-FFF2-40B4-BE49-F238E27FC236}">
                <a16:creationId xmlns:a16="http://schemas.microsoft.com/office/drawing/2014/main" id="{26655F07-5DF5-4644-8272-BC12B1A1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862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</a:t>
            </a:r>
          </a:p>
        </p:txBody>
      </p:sp>
      <p:sp>
        <p:nvSpPr>
          <p:cNvPr id="19" name="unit-7">
            <a:extLst xmlns:a="http://schemas.openxmlformats.org/drawingml/2006/main">
              <a:ext uri="{FF2B5EF4-FFF2-40B4-BE49-F238E27FC236}">
                <a16:creationId xmlns:a16="http://schemas.microsoft.com/office/drawing/2014/main" id="{C3221ABC-86F3-4834-B517-521F8E8D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8142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20" name="unit-label-7">
            <a:extLst xmlns:a="http://schemas.openxmlformats.org/drawingml/2006/main">
              <a:ext uri="{FF2B5EF4-FFF2-40B4-BE49-F238E27FC236}">
                <a16:creationId xmlns:a16="http://schemas.microsoft.com/office/drawing/2014/main" id="{36B1AA0B-B7BA-4CF3-A905-0D146605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862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21" name="unit-8">
            <a:extLst xmlns:a="http://schemas.openxmlformats.org/drawingml/2006/main">
              <a:ext uri="{FF2B5EF4-FFF2-40B4-BE49-F238E27FC236}">
                <a16:creationId xmlns:a16="http://schemas.microsoft.com/office/drawing/2014/main" id="{21D55DAF-403C-4266-A4C0-3D2FC3FB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8142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22" name="unit-label-8">
            <a:extLst xmlns:a="http://schemas.openxmlformats.org/drawingml/2006/main">
              <a:ext uri="{FF2B5EF4-FFF2-40B4-BE49-F238E27FC236}">
                <a16:creationId xmlns:a16="http://schemas.microsoft.com/office/drawing/2014/main" id="{36BC8CFE-52FD-46E3-9EEE-D3782F57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862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</a:t>
            </a:r>
          </a:p>
        </p:txBody>
      </p:sp>
      <p:sp>
        <p:nvSpPr>
          <p:cNvPr id="23" name="unit-9">
            <a:extLst xmlns:a="http://schemas.openxmlformats.org/drawingml/2006/main">
              <a:ext uri="{FF2B5EF4-FFF2-40B4-BE49-F238E27FC236}">
                <a16:creationId xmlns:a16="http://schemas.microsoft.com/office/drawing/2014/main" id="{6E161E32-A394-4B6C-A762-EE598CC6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8142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24" name="unit-label-9">
            <a:extLst xmlns:a="http://schemas.openxmlformats.org/drawingml/2006/main">
              <a:ext uri="{FF2B5EF4-FFF2-40B4-BE49-F238E27FC236}">
                <a16:creationId xmlns:a16="http://schemas.microsoft.com/office/drawing/2014/main" id="{03E49F81-E02B-41EF-B9CC-C5EF1B0B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862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</a:t>
            </a:r>
          </a:p>
        </p:txBody>
      </p:sp>
      <p:sp>
        <p:nvSpPr>
          <p:cNvPr id="25" name="group-result">
            <a:extLst xmlns:a="http://schemas.openxmlformats.org/drawingml/2006/main">
              <a:ext uri="{FF2B5EF4-FFF2-40B4-BE49-F238E27FC236}">
                <a16:creationId xmlns:a16="http://schemas.microsoft.com/office/drawing/2014/main" id="{E15D6A79-F13F-41A8-859E-57FC66B5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10 // 4 = 2 kelompok    10 % 4 = 2 sisa</a:t>
            </a:r>
          </a:p>
        </p:txBody>
      </p:sp>
      <p:sp>
        <p:nvSpPr>
          <p:cNvPr id="26" name="precedence-panel">
            <a:extLst xmlns:a="http://schemas.openxmlformats.org/drawingml/2006/main">
              <a:ext uri="{FF2B5EF4-FFF2-40B4-BE49-F238E27FC236}">
                <a16:creationId xmlns:a16="http://schemas.microsoft.com/office/drawing/2014/main" id="{320AC15A-2FA6-43F3-85B3-9BC36409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4191000" cy="2324100"/>
          </a:xfrm>
          <a:prstGeom xmlns:a="http://schemas.openxmlformats.org/drawingml/2006/main" prst="roundRect">
            <a:avLst>
              <a:gd name="adj" fmla="val 409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7" name="precedence-head">
            <a:extLst xmlns:a="http://schemas.openxmlformats.org/drawingml/2006/main">
              <a:ext uri="{FF2B5EF4-FFF2-40B4-BE49-F238E27FC236}">
                <a16:creationId xmlns:a16="http://schemas.microsoft.com/office/drawing/2014/main" id="{062CA4E7-E758-4BDA-B174-B20DCD70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Urutan operasi</a:t>
            </a:r>
          </a:p>
        </p:txBody>
      </p:sp>
      <p:sp>
        <p:nvSpPr>
          <p:cNvPr id="28" name="precedence-body">
            <a:extLst xmlns:a="http://schemas.openxmlformats.org/drawingml/2006/main">
              <a:ext uri="{FF2B5EF4-FFF2-40B4-BE49-F238E27FC236}">
                <a16:creationId xmlns:a16="http://schemas.microsoft.com/office/drawing/2014/main" id="{75E15C9F-23BC-4E3E-836D-054346D6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48025"/>
            <a:ext cx="37719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2 + 3 * 4 = 14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(2 + 3) * 4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Tanda kurung mengubah urutan.</a:t>
            </a:r>
          </a:p>
        </p:txBody>
      </p:sp>
    </p:spTree>
    <p:extLst>
      <p:ext uri="{BB962C8B-B14F-4D97-AF65-F5344CB8AC3E}">
        <p14:creationId xmlns:p14="http://schemas.microsoft.com/office/powerpoint/2010/main" val="20944836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8ADD30-3A97-4DA6-99C9-BAA9403F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Operator pembanding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044F8C8-5EF9-43FF-9E85-2CCE3237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perbandingan menghasilkan True atau False.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3D258B9-E916-4482-8331-7C2B354D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comparators-head-bg">
            <a:extLst xmlns:a="http://schemas.openxmlformats.org/drawingml/2006/main">
              <a:ext uri="{FF2B5EF4-FFF2-40B4-BE49-F238E27FC236}">
                <a16:creationId xmlns:a16="http://schemas.microsoft.com/office/drawing/2014/main" id="{8F4DAE2A-54A1-4554-90B3-05CC8749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90800"/>
            <a:ext cx="10191750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comparators-r0-c0">
            <a:extLst xmlns:a="http://schemas.openxmlformats.org/drawingml/2006/main">
              <a:ext uri="{FF2B5EF4-FFF2-40B4-BE49-F238E27FC236}">
                <a16:creationId xmlns:a16="http://schemas.microsoft.com/office/drawing/2014/main" id="{DF511FA4-5288-4448-BA0F-B98B83EE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95575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Operator</a:t>
            </a:r>
          </a:p>
        </p:txBody>
      </p:sp>
      <p:sp>
        <p:nvSpPr>
          <p:cNvPr id="6" name="comparators-r0-c1">
            <a:extLst xmlns:a="http://schemas.openxmlformats.org/drawingml/2006/main">
              <a:ext uri="{FF2B5EF4-FFF2-40B4-BE49-F238E27FC236}">
                <a16:creationId xmlns:a16="http://schemas.microsoft.com/office/drawing/2014/main" id="{BCA1D2BD-59B0-4892-A689-73C07E26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95575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Arti</a:t>
            </a:r>
          </a:p>
        </p:txBody>
      </p:sp>
      <p:sp>
        <p:nvSpPr>
          <p:cNvPr id="7" name="comparators-v0-1">
            <a:extLst xmlns:a="http://schemas.openxmlformats.org/drawingml/2006/main">
              <a:ext uri="{FF2B5EF4-FFF2-40B4-BE49-F238E27FC236}">
                <a16:creationId xmlns:a16="http://schemas.microsoft.com/office/drawing/2014/main" id="{B1D6AA90-8901-4BC4-B873-0217AE94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289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comparators-r0-c2">
            <a:extLst xmlns:a="http://schemas.openxmlformats.org/drawingml/2006/main">
              <a:ext uri="{FF2B5EF4-FFF2-40B4-BE49-F238E27FC236}">
                <a16:creationId xmlns:a16="http://schemas.microsoft.com/office/drawing/2014/main" id="{5825C3CF-2FFC-42E5-9D20-2D60F10C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5575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Contoh</a:t>
            </a:r>
          </a:p>
        </p:txBody>
      </p:sp>
      <p:sp>
        <p:nvSpPr>
          <p:cNvPr id="9" name="comparators-v0-2">
            <a:extLst xmlns:a="http://schemas.openxmlformats.org/drawingml/2006/main">
              <a:ext uri="{FF2B5EF4-FFF2-40B4-BE49-F238E27FC236}">
                <a16:creationId xmlns:a16="http://schemas.microsoft.com/office/drawing/2014/main" id="{C118BB3C-9987-4932-A45E-F4F04842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289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comparators-r1-c0">
            <a:extLst xmlns:a="http://schemas.openxmlformats.org/drawingml/2006/main">
              <a:ext uri="{FF2B5EF4-FFF2-40B4-BE49-F238E27FC236}">
                <a16:creationId xmlns:a16="http://schemas.microsoft.com/office/drawing/2014/main" id="{97BAE535-4F2F-4CD1-B62C-76C24443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62300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==</a:t>
            </a:r>
          </a:p>
        </p:txBody>
      </p:sp>
      <p:sp>
        <p:nvSpPr>
          <p:cNvPr id="11" name="comparators-r1-c1">
            <a:extLst xmlns:a="http://schemas.openxmlformats.org/drawingml/2006/main">
              <a:ext uri="{FF2B5EF4-FFF2-40B4-BE49-F238E27FC236}">
                <a16:creationId xmlns:a16="http://schemas.microsoft.com/office/drawing/2014/main" id="{F5EAB114-8281-46DD-9AFF-26A14293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62300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sama dengan</a:t>
            </a:r>
          </a:p>
        </p:txBody>
      </p:sp>
      <p:sp>
        <p:nvSpPr>
          <p:cNvPr id="12" name="comparators-v1-1">
            <a:extLst xmlns:a="http://schemas.openxmlformats.org/drawingml/2006/main">
              <a:ext uri="{FF2B5EF4-FFF2-40B4-BE49-F238E27FC236}">
                <a16:creationId xmlns:a16="http://schemas.microsoft.com/office/drawing/2014/main" id="{7FE0BC78-65CE-41B3-9B78-A5369FDF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956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comparators-r1-c2">
            <a:extLst xmlns:a="http://schemas.openxmlformats.org/drawingml/2006/main">
              <a:ext uri="{FF2B5EF4-FFF2-40B4-BE49-F238E27FC236}">
                <a16:creationId xmlns:a16="http://schemas.microsoft.com/office/drawing/2014/main" id="{3DCE7704-8506-48CE-8336-FB486FF3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62300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status == "aktif"</a:t>
            </a:r>
          </a:p>
        </p:txBody>
      </p:sp>
      <p:sp>
        <p:nvSpPr>
          <p:cNvPr id="14" name="comparators-v1-2">
            <a:extLst xmlns:a="http://schemas.openxmlformats.org/drawingml/2006/main">
              <a:ext uri="{FF2B5EF4-FFF2-40B4-BE49-F238E27FC236}">
                <a16:creationId xmlns:a16="http://schemas.microsoft.com/office/drawing/2014/main" id="{A537E771-463A-4C52-BEA8-2653316D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956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comparators-h1">
            <a:extLst xmlns:a="http://schemas.openxmlformats.org/drawingml/2006/main">
              <a:ext uri="{FF2B5EF4-FFF2-40B4-BE49-F238E27FC236}">
                <a16:creationId xmlns:a16="http://schemas.microsoft.com/office/drawing/2014/main" id="{EE234C7F-2C1C-463F-AC9A-6AFA29D4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575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comparators-band-2">
            <a:extLst xmlns:a="http://schemas.openxmlformats.org/drawingml/2006/main">
              <a:ext uri="{FF2B5EF4-FFF2-40B4-BE49-F238E27FC236}">
                <a16:creationId xmlns:a16="http://schemas.microsoft.com/office/drawing/2014/main" id="{E53B7E89-7376-4D60-8EBC-83EF2789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24250"/>
            <a:ext cx="10191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ators-r2-c0">
            <a:extLst xmlns:a="http://schemas.openxmlformats.org/drawingml/2006/main">
              <a:ext uri="{FF2B5EF4-FFF2-40B4-BE49-F238E27FC236}">
                <a16:creationId xmlns:a16="http://schemas.microsoft.com/office/drawing/2014/main" id="{E0DF2F9D-452D-403F-8858-9374185F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29025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!=</a:t>
            </a:r>
          </a:p>
        </p:txBody>
      </p:sp>
      <p:sp>
        <p:nvSpPr>
          <p:cNvPr id="18" name="comparators-r2-c1">
            <a:extLst xmlns:a="http://schemas.openxmlformats.org/drawingml/2006/main">
              <a:ext uri="{FF2B5EF4-FFF2-40B4-BE49-F238E27FC236}">
                <a16:creationId xmlns:a16="http://schemas.microsoft.com/office/drawing/2014/main" id="{AFE4EB06-8B32-4FD7-8344-E7A199A1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29025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tidak sama</a:t>
            </a:r>
          </a:p>
        </p:txBody>
      </p:sp>
      <p:sp>
        <p:nvSpPr>
          <p:cNvPr id="19" name="comparators-v2-1">
            <a:extLst xmlns:a="http://schemas.openxmlformats.org/drawingml/2006/main">
              <a:ext uri="{FF2B5EF4-FFF2-40B4-BE49-F238E27FC236}">
                <a16:creationId xmlns:a16="http://schemas.microsoft.com/office/drawing/2014/main" id="{698D4252-020F-4FA6-851F-49A80912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623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comparators-r2-c2">
            <a:extLst xmlns:a="http://schemas.openxmlformats.org/drawingml/2006/main">
              <a:ext uri="{FF2B5EF4-FFF2-40B4-BE49-F238E27FC236}">
                <a16:creationId xmlns:a16="http://schemas.microsoft.com/office/drawing/2014/main" id="{884597FD-AC46-47FD-85A7-2413C259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29025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status != "batal"</a:t>
            </a:r>
          </a:p>
        </p:txBody>
      </p:sp>
      <p:sp>
        <p:nvSpPr>
          <p:cNvPr id="21" name="comparators-v2-2">
            <a:extLst xmlns:a="http://schemas.openxmlformats.org/drawingml/2006/main">
              <a:ext uri="{FF2B5EF4-FFF2-40B4-BE49-F238E27FC236}">
                <a16:creationId xmlns:a16="http://schemas.microsoft.com/office/drawing/2014/main" id="{B3254E8A-C255-47A3-8541-2319C04D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623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comparators-h2">
            <a:extLst xmlns:a="http://schemas.openxmlformats.org/drawingml/2006/main">
              <a:ext uri="{FF2B5EF4-FFF2-40B4-BE49-F238E27FC236}">
                <a16:creationId xmlns:a16="http://schemas.microsoft.com/office/drawing/2014/main" id="{91AE23D0-29B5-42BD-B279-AF136C71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242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comparators-r3-c0">
            <a:extLst xmlns:a="http://schemas.openxmlformats.org/drawingml/2006/main">
              <a:ext uri="{FF2B5EF4-FFF2-40B4-BE49-F238E27FC236}">
                <a16:creationId xmlns:a16="http://schemas.microsoft.com/office/drawing/2014/main" id="{51094515-D2F2-42F9-8614-A27A2D69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&gt;</a:t>
            </a:r>
          </a:p>
        </p:txBody>
      </p:sp>
      <p:sp>
        <p:nvSpPr>
          <p:cNvPr id="24" name="comparators-r3-c1">
            <a:extLst xmlns:a="http://schemas.openxmlformats.org/drawingml/2006/main">
              <a:ext uri="{FF2B5EF4-FFF2-40B4-BE49-F238E27FC236}">
                <a16:creationId xmlns:a16="http://schemas.microsoft.com/office/drawing/2014/main" id="{5F301C71-32A8-4006-9290-110D05A2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95750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lebih besar</a:t>
            </a:r>
          </a:p>
        </p:txBody>
      </p:sp>
      <p:sp>
        <p:nvSpPr>
          <p:cNvPr id="25" name="comparators-v3-1">
            <a:extLst xmlns:a="http://schemas.openxmlformats.org/drawingml/2006/main">
              <a:ext uri="{FF2B5EF4-FFF2-40B4-BE49-F238E27FC236}">
                <a16:creationId xmlns:a16="http://schemas.microsoft.com/office/drawing/2014/main" id="{E890824A-4093-49F6-A130-5C7843D1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290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comparators-r3-c2">
            <a:extLst xmlns:a="http://schemas.openxmlformats.org/drawingml/2006/main">
              <a:ext uri="{FF2B5EF4-FFF2-40B4-BE49-F238E27FC236}">
                <a16:creationId xmlns:a16="http://schemas.microsoft.com/office/drawing/2014/main" id="{CB3FC24A-6258-41F8-B319-9A161885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95750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&gt; stok</a:t>
            </a:r>
          </a:p>
        </p:txBody>
      </p:sp>
      <p:sp>
        <p:nvSpPr>
          <p:cNvPr id="27" name="comparators-v3-2">
            <a:extLst xmlns:a="http://schemas.openxmlformats.org/drawingml/2006/main">
              <a:ext uri="{FF2B5EF4-FFF2-40B4-BE49-F238E27FC236}">
                <a16:creationId xmlns:a16="http://schemas.microsoft.com/office/drawing/2014/main" id="{50845D5C-B8CB-437E-AA04-B1CB7377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290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comparators-h3">
            <a:extLst xmlns:a="http://schemas.openxmlformats.org/drawingml/2006/main">
              <a:ext uri="{FF2B5EF4-FFF2-40B4-BE49-F238E27FC236}">
                <a16:creationId xmlns:a16="http://schemas.microsoft.com/office/drawing/2014/main" id="{59D52848-3E06-4CC9-A51C-4114452B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comparators-band-4">
            <a:extLst xmlns:a="http://schemas.openxmlformats.org/drawingml/2006/main">
              <a:ext uri="{FF2B5EF4-FFF2-40B4-BE49-F238E27FC236}">
                <a16:creationId xmlns:a16="http://schemas.microsoft.com/office/drawing/2014/main" id="{79CA0C30-C290-4C99-AB51-CECB9BD8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57700"/>
            <a:ext cx="10191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mparators-r4-c0">
            <a:extLst xmlns:a="http://schemas.openxmlformats.org/drawingml/2006/main">
              <a:ext uri="{FF2B5EF4-FFF2-40B4-BE49-F238E27FC236}">
                <a16:creationId xmlns:a16="http://schemas.microsoft.com/office/drawing/2014/main" id="{BCC464DC-6661-47B6-9019-F8D85870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62475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&lt;</a:t>
            </a:r>
          </a:p>
        </p:txBody>
      </p:sp>
      <p:sp>
        <p:nvSpPr>
          <p:cNvPr id="31" name="comparators-r4-c1">
            <a:extLst xmlns:a="http://schemas.openxmlformats.org/drawingml/2006/main">
              <a:ext uri="{FF2B5EF4-FFF2-40B4-BE49-F238E27FC236}">
                <a16:creationId xmlns:a16="http://schemas.microsoft.com/office/drawing/2014/main" id="{7EEF9B8B-8070-4D1B-B19D-F466529E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62475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lebih kecil</a:t>
            </a:r>
          </a:p>
        </p:txBody>
      </p:sp>
      <p:sp>
        <p:nvSpPr>
          <p:cNvPr id="32" name="comparators-v4-1">
            <a:extLst xmlns:a="http://schemas.openxmlformats.org/drawingml/2006/main">
              <a:ext uri="{FF2B5EF4-FFF2-40B4-BE49-F238E27FC236}">
                <a16:creationId xmlns:a16="http://schemas.microsoft.com/office/drawing/2014/main" id="{A565012E-6164-42AB-AE48-EBAF75D7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958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comparators-r4-c2">
            <a:extLst xmlns:a="http://schemas.openxmlformats.org/drawingml/2006/main">
              <a:ext uri="{FF2B5EF4-FFF2-40B4-BE49-F238E27FC236}">
                <a16:creationId xmlns:a16="http://schemas.microsoft.com/office/drawing/2014/main" id="{F2B94CBF-7CD7-4C4C-91DE-FD17895A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62475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stok &lt; minimum</a:t>
            </a:r>
          </a:p>
        </p:txBody>
      </p:sp>
      <p:sp>
        <p:nvSpPr>
          <p:cNvPr id="34" name="comparators-v4-2">
            <a:extLst xmlns:a="http://schemas.openxmlformats.org/drawingml/2006/main">
              <a:ext uri="{FF2B5EF4-FFF2-40B4-BE49-F238E27FC236}">
                <a16:creationId xmlns:a16="http://schemas.microsoft.com/office/drawing/2014/main" id="{4F5B4166-A737-443A-8BD6-592E1934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958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comparators-h4">
            <a:extLst xmlns:a="http://schemas.openxmlformats.org/drawingml/2006/main">
              <a:ext uri="{FF2B5EF4-FFF2-40B4-BE49-F238E27FC236}">
                <a16:creationId xmlns:a16="http://schemas.microsoft.com/office/drawing/2014/main" id="{7474C5D1-1610-4483-97C6-91E26727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577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comparators-r5-c0">
            <a:extLst xmlns:a="http://schemas.openxmlformats.org/drawingml/2006/main">
              <a:ext uri="{FF2B5EF4-FFF2-40B4-BE49-F238E27FC236}">
                <a16:creationId xmlns:a16="http://schemas.microsoft.com/office/drawing/2014/main" id="{2E07888D-C26B-4B4F-84C6-FC6AAF54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&gt;=</a:t>
            </a:r>
          </a:p>
        </p:txBody>
      </p:sp>
      <p:sp>
        <p:nvSpPr>
          <p:cNvPr id="37" name="comparators-r5-c1">
            <a:extLst xmlns:a="http://schemas.openxmlformats.org/drawingml/2006/main">
              <a:ext uri="{FF2B5EF4-FFF2-40B4-BE49-F238E27FC236}">
                <a16:creationId xmlns:a16="http://schemas.microsoft.com/office/drawing/2014/main" id="{3BEB9744-7D5B-4A4E-B073-588C5991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29200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sekurangnya</a:t>
            </a:r>
          </a:p>
        </p:txBody>
      </p:sp>
      <p:sp>
        <p:nvSpPr>
          <p:cNvPr id="38" name="comparators-v5-1">
            <a:extLst xmlns:a="http://schemas.openxmlformats.org/drawingml/2006/main">
              <a:ext uri="{FF2B5EF4-FFF2-40B4-BE49-F238E27FC236}">
                <a16:creationId xmlns:a16="http://schemas.microsoft.com/office/drawing/2014/main" id="{950EA7F4-ECB9-44F4-8055-A9C0CC9A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625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9" name="comparators-r5-c2">
            <a:extLst xmlns:a="http://schemas.openxmlformats.org/drawingml/2006/main">
              <a:ext uri="{FF2B5EF4-FFF2-40B4-BE49-F238E27FC236}">
                <a16:creationId xmlns:a16="http://schemas.microsoft.com/office/drawing/2014/main" id="{66C3F843-731E-4475-8BC4-3AD00837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29200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nilai &gt;= 80</a:t>
            </a:r>
          </a:p>
        </p:txBody>
      </p:sp>
      <p:sp>
        <p:nvSpPr>
          <p:cNvPr id="40" name="comparators-v5-2">
            <a:extLst xmlns:a="http://schemas.openxmlformats.org/drawingml/2006/main">
              <a:ext uri="{FF2B5EF4-FFF2-40B4-BE49-F238E27FC236}">
                <a16:creationId xmlns:a16="http://schemas.microsoft.com/office/drawing/2014/main" id="{CAB8CA9C-6699-4B6A-B660-D287FCBB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625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comparators-h5">
            <a:extLst xmlns:a="http://schemas.openxmlformats.org/drawingml/2006/main">
              <a:ext uri="{FF2B5EF4-FFF2-40B4-BE49-F238E27FC236}">
                <a16:creationId xmlns:a16="http://schemas.microsoft.com/office/drawing/2014/main" id="{16BB1D36-05CF-4475-8FFC-F4743D90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244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2" name="comparators-band-6">
            <a:extLst xmlns:a="http://schemas.openxmlformats.org/drawingml/2006/main">
              <a:ext uri="{FF2B5EF4-FFF2-40B4-BE49-F238E27FC236}">
                <a16:creationId xmlns:a16="http://schemas.microsoft.com/office/drawing/2014/main" id="{A4F4D621-45BB-4162-88A0-93CD8BC0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91150"/>
            <a:ext cx="10191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rators-r6-c0">
            <a:extLst xmlns:a="http://schemas.openxmlformats.org/drawingml/2006/main">
              <a:ext uri="{FF2B5EF4-FFF2-40B4-BE49-F238E27FC236}">
                <a16:creationId xmlns:a16="http://schemas.microsoft.com/office/drawing/2014/main" id="{C02687C4-D6EF-459E-A400-45B56B57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95925"/>
            <a:ext cx="1866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&lt;=</a:t>
            </a:r>
          </a:p>
        </p:txBody>
      </p:sp>
      <p:sp>
        <p:nvSpPr>
          <p:cNvPr id="44" name="comparators-r6-c1">
            <a:extLst xmlns:a="http://schemas.openxmlformats.org/drawingml/2006/main">
              <a:ext uri="{FF2B5EF4-FFF2-40B4-BE49-F238E27FC236}">
                <a16:creationId xmlns:a16="http://schemas.microsoft.com/office/drawing/2014/main" id="{A332A6F3-32EE-4636-9B4B-0EBD2199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495925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paling banyak</a:t>
            </a:r>
          </a:p>
        </p:txBody>
      </p:sp>
      <p:sp>
        <p:nvSpPr>
          <p:cNvPr id="45" name="comparators-v6-1">
            <a:extLst xmlns:a="http://schemas.openxmlformats.org/drawingml/2006/main">
              <a:ext uri="{FF2B5EF4-FFF2-40B4-BE49-F238E27FC236}">
                <a16:creationId xmlns:a16="http://schemas.microsoft.com/office/drawing/2014/main" id="{DA13B857-09B6-47F6-B64F-354A4B4C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292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6" name="comparators-r6-c2">
            <a:extLst xmlns:a="http://schemas.openxmlformats.org/drawingml/2006/main">
              <a:ext uri="{FF2B5EF4-FFF2-40B4-BE49-F238E27FC236}">
                <a16:creationId xmlns:a16="http://schemas.microsoft.com/office/drawing/2014/main" id="{02E4EB5A-9EC6-48EB-8559-81AB2585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95925"/>
            <a:ext cx="4248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&lt;= stok</a:t>
            </a:r>
          </a:p>
        </p:txBody>
      </p:sp>
      <p:sp>
        <p:nvSpPr>
          <p:cNvPr id="47" name="comparators-v6-2">
            <a:extLst xmlns:a="http://schemas.openxmlformats.org/drawingml/2006/main">
              <a:ext uri="{FF2B5EF4-FFF2-40B4-BE49-F238E27FC236}">
                <a16:creationId xmlns:a16="http://schemas.microsoft.com/office/drawing/2014/main" id="{3F2396BE-2DE5-41FA-9DC6-7A2AEC2E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292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8" name="comparators-h6">
            <a:extLst xmlns:a="http://schemas.openxmlformats.org/drawingml/2006/main">
              <a:ext uri="{FF2B5EF4-FFF2-40B4-BE49-F238E27FC236}">
                <a16:creationId xmlns:a16="http://schemas.microsoft.com/office/drawing/2014/main" id="{02C920BC-7E5E-4C27-A15E-8F8C7F4E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911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9" name="equals-note">
            <a:extLst xmlns:a="http://schemas.openxmlformats.org/drawingml/2006/main">
              <a:ext uri="{FF2B5EF4-FFF2-40B4-BE49-F238E27FC236}">
                <a16:creationId xmlns:a16="http://schemas.microsoft.com/office/drawing/2014/main" id="{130DDD0C-668E-4C80-B242-A45689C7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04837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= memberi atau memperbarui nilai. == membandingkan dua nilai.</a:t>
            </a:r>
          </a:p>
        </p:txBody>
      </p:sp>
    </p:spTree>
    <p:extLst>
      <p:ext uri="{BB962C8B-B14F-4D97-AF65-F5344CB8AC3E}">
        <p14:creationId xmlns:p14="http://schemas.microsoft.com/office/powerpoint/2010/main" val="2862651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45F4C5-F814-482D-900B-96601EA8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if, elif, dan else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F88FD0-D562-4413-B66D-0B9FDDD2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Dalam satu rangkaian, Python menjalankan cabang pertama yang kondisinya benar.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B0A661E-02A2-4A54-AC06-78F099FB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tock-check-bg">
            <a:extLst xmlns:a="http://schemas.openxmlformats.org/drawingml/2006/main">
              <a:ext uri="{FF2B5EF4-FFF2-40B4-BE49-F238E27FC236}">
                <a16:creationId xmlns:a16="http://schemas.microsoft.com/office/drawing/2014/main" id="{AEC3EC6C-7705-4114-A3D6-41DEF557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4810125" cy="2809875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stock-check-text">
            <a:extLst xmlns:a="http://schemas.openxmlformats.org/drawingml/2006/main">
              <a:ext uri="{FF2B5EF4-FFF2-40B4-BE49-F238E27FC236}">
                <a16:creationId xmlns:a16="http://schemas.microsoft.com/office/drawing/2014/main" id="{699494CB-F66A-4C48-B14E-FAE8418D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4333875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if jumlah &lt;= 0: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status = "tidak valid"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elif jumlah &gt; stok: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status = "stok kurang"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else: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status = "diterima"</a:t>
            </a:r>
          </a:p>
        </p:txBody>
      </p:sp>
      <p:sp>
        <p:nvSpPr>
          <p:cNvPr id="6" name="decision-0">
            <a:extLst xmlns:a="http://schemas.openxmlformats.org/drawingml/2006/main">
              <a:ext uri="{FF2B5EF4-FFF2-40B4-BE49-F238E27FC236}">
                <a16:creationId xmlns:a16="http://schemas.microsoft.com/office/drawing/2014/main" id="{9218AC2B-1702-452E-89D6-108AE223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3810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7" name="decision-text-0">
            <a:extLst xmlns:a="http://schemas.openxmlformats.org/drawingml/2006/main">
              <a:ext uri="{FF2B5EF4-FFF2-40B4-BE49-F238E27FC236}">
                <a16:creationId xmlns:a16="http://schemas.microsoft.com/office/drawing/2014/main" id="{72008821-F2A2-4AF1-8936-8F383764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38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&lt;= 0</a:t>
            </a:r>
          </a:p>
        </p:txBody>
      </p:sp>
      <p:sp>
        <p:nvSpPr>
          <p:cNvPr id="8" name="decision-link-0">
            <a:extLst xmlns:a="http://schemas.openxmlformats.org/drawingml/2006/main">
              <a:ext uri="{FF2B5EF4-FFF2-40B4-BE49-F238E27FC236}">
                <a16:creationId xmlns:a16="http://schemas.microsoft.com/office/drawing/2014/main" id="{3FCF111F-38B3-4637-A0C0-BAF35BAE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528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6B9B"/>
            </a:solidFill>
            <a:prstDash val="solid"/>
          </a:ln>
        </p:spPr>
      </p:sp>
      <p:sp>
        <p:nvSpPr>
          <p:cNvPr id="9" name="decision-1">
            <a:extLst xmlns:a="http://schemas.openxmlformats.org/drawingml/2006/main">
              <a:ext uri="{FF2B5EF4-FFF2-40B4-BE49-F238E27FC236}">
                <a16:creationId xmlns:a16="http://schemas.microsoft.com/office/drawing/2014/main" id="{965ADE57-4607-4B71-851A-2C063263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3810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12383">
            <a:solidFill>
              <a:srgbClr val="E96B6B"/>
            </a:solidFill>
            <a:prstDash val="solid"/>
          </a:ln>
        </p:spPr>
      </p:sp>
      <p:sp>
        <p:nvSpPr>
          <p:cNvPr id="10" name="decision-text-1">
            <a:extLst xmlns:a="http://schemas.openxmlformats.org/drawingml/2006/main">
              <a:ext uri="{FF2B5EF4-FFF2-40B4-BE49-F238E27FC236}">
                <a16:creationId xmlns:a16="http://schemas.microsoft.com/office/drawing/2014/main" id="{275CF596-6884-44EC-BD4B-BB357509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05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&gt; stok</a:t>
            </a:r>
          </a:p>
        </p:txBody>
      </p:sp>
      <p:sp>
        <p:nvSpPr>
          <p:cNvPr id="11" name="decision-link-1">
            <a:extLst xmlns:a="http://schemas.openxmlformats.org/drawingml/2006/main">
              <a:ext uri="{FF2B5EF4-FFF2-40B4-BE49-F238E27FC236}">
                <a16:creationId xmlns:a16="http://schemas.microsoft.com/office/drawing/2014/main" id="{E356103D-9754-4C7F-A689-0B9B296A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96B9B"/>
            </a:solidFill>
            <a:prstDash val="solid"/>
          </a:ln>
        </p:spPr>
      </p:sp>
      <p:sp>
        <p:nvSpPr>
          <p:cNvPr id="12" name="decision-2">
            <a:extLst xmlns:a="http://schemas.openxmlformats.org/drawingml/2006/main">
              <a:ext uri="{FF2B5EF4-FFF2-40B4-BE49-F238E27FC236}">
                <a16:creationId xmlns:a16="http://schemas.microsoft.com/office/drawing/2014/main" id="{C8BB9B6D-36B2-46D9-8852-F106A9A8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81550"/>
            <a:ext cx="3810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383">
            <a:solidFill>
              <a:srgbClr val="55B77A"/>
            </a:solidFill>
            <a:prstDash val="solid"/>
          </a:ln>
        </p:spPr>
      </p:sp>
      <p:sp>
        <p:nvSpPr>
          <p:cNvPr id="13" name="decision-text-2">
            <a:extLst xmlns:a="http://schemas.openxmlformats.org/drawingml/2006/main">
              <a:ext uri="{FF2B5EF4-FFF2-40B4-BE49-F238E27FC236}">
                <a16:creationId xmlns:a16="http://schemas.microsoft.com/office/drawing/2014/main" id="{60DFFC3B-701F-419F-966F-C0AE6312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72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pesanan diterima</a:t>
            </a:r>
          </a:p>
        </p:txBody>
      </p:sp>
    </p:spTree>
    <p:extLst>
      <p:ext uri="{BB962C8B-B14F-4D97-AF65-F5344CB8AC3E}">
        <p14:creationId xmlns:p14="http://schemas.microsoft.com/office/powerpoint/2010/main" val="11832208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240A5C-353B-4188-9F80-C9992D9F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and, or, dan not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923E87-7FAB-4C67-BA67-0239781F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Gabungkan kondisi untuk menyatakan aturan yang melibatkan beberapa syarat.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9183E4F-7651-432A-8302-501F60F5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logic-head-bg">
            <a:extLst xmlns:a="http://schemas.openxmlformats.org/drawingml/2006/main">
              <a:ext uri="{FF2B5EF4-FFF2-40B4-BE49-F238E27FC236}">
                <a16:creationId xmlns:a16="http://schemas.microsoft.com/office/drawing/2014/main" id="{AF45DC64-5933-4F2E-8321-462CB4CE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92392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logic-r0-c0">
            <a:extLst xmlns:a="http://schemas.openxmlformats.org/drawingml/2006/main">
              <a:ext uri="{FF2B5EF4-FFF2-40B4-BE49-F238E27FC236}">
                <a16:creationId xmlns:a16="http://schemas.microsoft.com/office/drawing/2014/main" id="{2524138E-9DF0-4110-ADF6-6D55952B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7652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Aktif</a:t>
            </a:r>
          </a:p>
        </p:txBody>
      </p:sp>
      <p:sp>
        <p:nvSpPr>
          <p:cNvPr id="6" name="logic-r0-c1">
            <a:extLst xmlns:a="http://schemas.openxmlformats.org/drawingml/2006/main">
              <a:ext uri="{FF2B5EF4-FFF2-40B4-BE49-F238E27FC236}">
                <a16:creationId xmlns:a16="http://schemas.microsoft.com/office/drawing/2014/main" id="{27D08F83-BB8A-479C-A8AB-3215DA09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652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Stok cukup</a:t>
            </a:r>
          </a:p>
        </p:txBody>
      </p:sp>
      <p:sp>
        <p:nvSpPr>
          <p:cNvPr id="7" name="logic-v0-1">
            <a:extLst xmlns:a="http://schemas.openxmlformats.org/drawingml/2006/main">
              <a:ext uri="{FF2B5EF4-FFF2-40B4-BE49-F238E27FC236}">
                <a16:creationId xmlns:a16="http://schemas.microsoft.com/office/drawing/2014/main" id="{FF70A294-C192-43D1-9334-BA5FACDC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098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logic-r0-c2">
            <a:extLst xmlns:a="http://schemas.openxmlformats.org/drawingml/2006/main">
              <a:ext uri="{FF2B5EF4-FFF2-40B4-BE49-F238E27FC236}">
                <a16:creationId xmlns:a16="http://schemas.microsoft.com/office/drawing/2014/main" id="{D176F390-4191-4BB6-9E34-2E8BCFEE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6765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and</a:t>
            </a:r>
          </a:p>
        </p:txBody>
      </p:sp>
      <p:sp>
        <p:nvSpPr>
          <p:cNvPr id="9" name="logic-v0-2">
            <a:extLst xmlns:a="http://schemas.openxmlformats.org/drawingml/2006/main">
              <a:ext uri="{FF2B5EF4-FFF2-40B4-BE49-F238E27FC236}">
                <a16:creationId xmlns:a16="http://schemas.microsoft.com/office/drawing/2014/main" id="{3DEDA9B9-B8FE-4CD0-BED7-D0B93D7D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098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logic-r0-c3">
            <a:extLst xmlns:a="http://schemas.openxmlformats.org/drawingml/2006/main">
              <a:ext uri="{FF2B5EF4-FFF2-40B4-BE49-F238E27FC236}">
                <a16:creationId xmlns:a16="http://schemas.microsoft.com/office/drawing/2014/main" id="{7B41FF86-2127-4EE3-A716-D1070FA9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765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or</a:t>
            </a:r>
          </a:p>
        </p:txBody>
      </p:sp>
      <p:sp>
        <p:nvSpPr>
          <p:cNvPr id="11" name="logic-v0-3">
            <a:extLst xmlns:a="http://schemas.openxmlformats.org/drawingml/2006/main">
              <a:ext uri="{FF2B5EF4-FFF2-40B4-BE49-F238E27FC236}">
                <a16:creationId xmlns:a16="http://schemas.microsoft.com/office/drawing/2014/main" id="{DA803010-1A2E-4217-AD05-2D57BC84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2" name="logic-r1-c0">
            <a:extLst xmlns:a="http://schemas.openxmlformats.org/drawingml/2006/main">
              <a:ext uri="{FF2B5EF4-FFF2-40B4-BE49-F238E27FC236}">
                <a16:creationId xmlns:a16="http://schemas.microsoft.com/office/drawing/2014/main" id="{E7727ACF-8912-44DA-BE59-7990F5F5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22897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13" name="logic-r1-c1">
            <a:extLst xmlns:a="http://schemas.openxmlformats.org/drawingml/2006/main">
              <a:ext uri="{FF2B5EF4-FFF2-40B4-BE49-F238E27FC236}">
                <a16:creationId xmlns:a16="http://schemas.microsoft.com/office/drawing/2014/main" id="{C58782B5-F6DE-4AC4-933B-0E101F4A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2897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14" name="logic-v1-1">
            <a:extLst xmlns:a="http://schemas.openxmlformats.org/drawingml/2006/main">
              <a:ext uri="{FF2B5EF4-FFF2-40B4-BE49-F238E27FC236}">
                <a16:creationId xmlns:a16="http://schemas.microsoft.com/office/drawing/2014/main" id="{BDF03925-5089-4CA2-80D7-D3E699F8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623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logic-r1-c2">
            <a:extLst xmlns:a="http://schemas.openxmlformats.org/drawingml/2006/main">
              <a:ext uri="{FF2B5EF4-FFF2-40B4-BE49-F238E27FC236}">
                <a16:creationId xmlns:a16="http://schemas.microsoft.com/office/drawing/2014/main" id="{CDB25830-DB1B-47E1-A4DC-4F91C97D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2289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16" name="logic-v1-2">
            <a:extLst xmlns:a="http://schemas.openxmlformats.org/drawingml/2006/main">
              <a:ext uri="{FF2B5EF4-FFF2-40B4-BE49-F238E27FC236}">
                <a16:creationId xmlns:a16="http://schemas.microsoft.com/office/drawing/2014/main" id="{4E9BF4B6-E48C-4C05-9CAA-70F76914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623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logic-r1-c3">
            <a:extLst xmlns:a="http://schemas.openxmlformats.org/drawingml/2006/main">
              <a:ext uri="{FF2B5EF4-FFF2-40B4-BE49-F238E27FC236}">
                <a16:creationId xmlns:a16="http://schemas.microsoft.com/office/drawing/2014/main" id="{473B8C76-484D-40B1-8A4B-BF3C7EBA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289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18" name="logic-v1-3">
            <a:extLst xmlns:a="http://schemas.openxmlformats.org/drawingml/2006/main">
              <a:ext uri="{FF2B5EF4-FFF2-40B4-BE49-F238E27FC236}">
                <a16:creationId xmlns:a16="http://schemas.microsoft.com/office/drawing/2014/main" id="{7F7355CE-E01E-473A-91A7-D1327190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9" name="logic-h1">
            <a:extLst xmlns:a="http://schemas.openxmlformats.org/drawingml/2006/main">
              <a:ext uri="{FF2B5EF4-FFF2-40B4-BE49-F238E27FC236}">
                <a16:creationId xmlns:a16="http://schemas.microsoft.com/office/drawing/2014/main" id="{31409BFB-8D0D-4208-9AA5-9CDEBFA2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logic-band-2">
            <a:extLst xmlns:a="http://schemas.openxmlformats.org/drawingml/2006/main">
              <a:ext uri="{FF2B5EF4-FFF2-40B4-BE49-F238E27FC236}">
                <a16:creationId xmlns:a16="http://schemas.microsoft.com/office/drawing/2014/main" id="{4566712C-7DB2-4D98-A607-71E84829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ogic-r2-c0">
            <a:extLst xmlns:a="http://schemas.openxmlformats.org/drawingml/2006/main">
              <a:ext uri="{FF2B5EF4-FFF2-40B4-BE49-F238E27FC236}">
                <a16:creationId xmlns:a16="http://schemas.microsoft.com/office/drawing/2014/main" id="{7B54D17A-4EF2-4DFC-A3D2-5FD324E8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78142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22" name="logic-r2-c1">
            <a:extLst xmlns:a="http://schemas.openxmlformats.org/drawingml/2006/main">
              <a:ext uri="{FF2B5EF4-FFF2-40B4-BE49-F238E27FC236}">
                <a16:creationId xmlns:a16="http://schemas.microsoft.com/office/drawing/2014/main" id="{AEAB3BAA-1988-41FD-B7B3-692A4C31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8142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23" name="logic-v2-1">
            <a:extLst xmlns:a="http://schemas.openxmlformats.org/drawingml/2006/main">
              <a:ext uri="{FF2B5EF4-FFF2-40B4-BE49-F238E27FC236}">
                <a16:creationId xmlns:a16="http://schemas.microsoft.com/office/drawing/2014/main" id="{7451915E-DB30-4A61-84CA-869DD4CD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147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logic-r2-c2">
            <a:extLst xmlns:a="http://schemas.openxmlformats.org/drawingml/2006/main">
              <a:ext uri="{FF2B5EF4-FFF2-40B4-BE49-F238E27FC236}">
                <a16:creationId xmlns:a16="http://schemas.microsoft.com/office/drawing/2014/main" id="{994A5C6C-2082-4959-9253-E5D938C2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7814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25" name="logic-v2-2">
            <a:extLst xmlns:a="http://schemas.openxmlformats.org/drawingml/2006/main">
              <a:ext uri="{FF2B5EF4-FFF2-40B4-BE49-F238E27FC236}">
                <a16:creationId xmlns:a16="http://schemas.microsoft.com/office/drawing/2014/main" id="{6531A9D6-C981-4652-BE09-922A4C82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logic-r2-c3">
            <a:extLst xmlns:a="http://schemas.openxmlformats.org/drawingml/2006/main">
              <a:ext uri="{FF2B5EF4-FFF2-40B4-BE49-F238E27FC236}">
                <a16:creationId xmlns:a16="http://schemas.microsoft.com/office/drawing/2014/main" id="{A15B47BC-69EE-4541-8F7A-56BD7B2E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7814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27" name="logic-v2-3">
            <a:extLst xmlns:a="http://schemas.openxmlformats.org/drawingml/2006/main">
              <a:ext uri="{FF2B5EF4-FFF2-40B4-BE49-F238E27FC236}">
                <a16:creationId xmlns:a16="http://schemas.microsoft.com/office/drawing/2014/main" id="{A5E356E2-97DF-4571-813E-43949969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logic-h2">
            <a:extLst xmlns:a="http://schemas.openxmlformats.org/drawingml/2006/main">
              <a:ext uri="{FF2B5EF4-FFF2-40B4-BE49-F238E27FC236}">
                <a16:creationId xmlns:a16="http://schemas.microsoft.com/office/drawing/2014/main" id="{4185F402-8CBE-4F7B-87AD-B15E6C2F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logic-r3-c0">
            <a:extLst xmlns:a="http://schemas.openxmlformats.org/drawingml/2006/main">
              <a:ext uri="{FF2B5EF4-FFF2-40B4-BE49-F238E27FC236}">
                <a16:creationId xmlns:a16="http://schemas.microsoft.com/office/drawing/2014/main" id="{5AA7A949-CAE5-4D67-8E5B-E2678020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3387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30" name="logic-r3-c1">
            <a:extLst xmlns:a="http://schemas.openxmlformats.org/drawingml/2006/main">
              <a:ext uri="{FF2B5EF4-FFF2-40B4-BE49-F238E27FC236}">
                <a16:creationId xmlns:a16="http://schemas.microsoft.com/office/drawing/2014/main" id="{0B717EF0-D85F-46B0-B211-FBCACB17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3387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31" name="logic-v3-1">
            <a:extLst xmlns:a="http://schemas.openxmlformats.org/drawingml/2006/main">
              <a:ext uri="{FF2B5EF4-FFF2-40B4-BE49-F238E27FC236}">
                <a16:creationId xmlns:a16="http://schemas.microsoft.com/office/drawing/2014/main" id="{C56DDDFF-6230-4768-926D-B6B40408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67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2" name="logic-r3-c2">
            <a:extLst xmlns:a="http://schemas.openxmlformats.org/drawingml/2006/main">
              <a:ext uri="{FF2B5EF4-FFF2-40B4-BE49-F238E27FC236}">
                <a16:creationId xmlns:a16="http://schemas.microsoft.com/office/drawing/2014/main" id="{72B21A35-F5C8-4E4C-BCB1-78EC9C4D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3338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33" name="logic-v3-2">
            <a:extLst xmlns:a="http://schemas.openxmlformats.org/drawingml/2006/main">
              <a:ext uri="{FF2B5EF4-FFF2-40B4-BE49-F238E27FC236}">
                <a16:creationId xmlns:a16="http://schemas.microsoft.com/office/drawing/2014/main" id="{AB1B5E09-2153-496A-90A7-92AD94C8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67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4" name="logic-r3-c3">
            <a:extLst xmlns:a="http://schemas.openxmlformats.org/drawingml/2006/main">
              <a:ext uri="{FF2B5EF4-FFF2-40B4-BE49-F238E27FC236}">
                <a16:creationId xmlns:a16="http://schemas.microsoft.com/office/drawing/2014/main" id="{3539AD60-805C-447E-BEAD-DE441BA3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3338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35" name="logic-v3-3">
            <a:extLst xmlns:a="http://schemas.openxmlformats.org/drawingml/2006/main">
              <a:ext uri="{FF2B5EF4-FFF2-40B4-BE49-F238E27FC236}">
                <a16:creationId xmlns:a16="http://schemas.microsoft.com/office/drawing/2014/main" id="{621D3235-F100-46BB-BEFB-AAFF57F1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67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logic-h3">
            <a:extLst xmlns:a="http://schemas.openxmlformats.org/drawingml/2006/main">
              <a:ext uri="{FF2B5EF4-FFF2-40B4-BE49-F238E27FC236}">
                <a16:creationId xmlns:a16="http://schemas.microsoft.com/office/drawing/2014/main" id="{00455C36-F459-4502-82BB-5614BE7D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7" name="logic-band-4">
            <a:extLst xmlns:a="http://schemas.openxmlformats.org/drawingml/2006/main">
              <a:ext uri="{FF2B5EF4-FFF2-40B4-BE49-F238E27FC236}">
                <a16:creationId xmlns:a16="http://schemas.microsoft.com/office/drawing/2014/main" id="{CDF884E5-2228-49DC-AAE6-F0C88487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ogic-r4-c0">
            <a:extLst xmlns:a="http://schemas.openxmlformats.org/drawingml/2006/main">
              <a:ext uri="{FF2B5EF4-FFF2-40B4-BE49-F238E27FC236}">
                <a16:creationId xmlns:a16="http://schemas.microsoft.com/office/drawing/2014/main" id="{062C5DBA-7936-40C3-B18C-F911FB7A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8632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39" name="logic-r4-c1">
            <a:extLst xmlns:a="http://schemas.openxmlformats.org/drawingml/2006/main">
              <a:ext uri="{FF2B5EF4-FFF2-40B4-BE49-F238E27FC236}">
                <a16:creationId xmlns:a16="http://schemas.microsoft.com/office/drawing/2014/main" id="{718A5B1D-5959-42F9-AABD-E4FDBF2A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8632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40" name="logic-v4-1">
            <a:extLst xmlns:a="http://schemas.openxmlformats.org/drawingml/2006/main">
              <a:ext uri="{FF2B5EF4-FFF2-40B4-BE49-F238E27FC236}">
                <a16:creationId xmlns:a16="http://schemas.microsoft.com/office/drawing/2014/main" id="{4ACA9E45-78F6-42FA-8996-EC0540B8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196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logic-r4-c2">
            <a:extLst xmlns:a="http://schemas.openxmlformats.org/drawingml/2006/main">
              <a:ext uri="{FF2B5EF4-FFF2-40B4-BE49-F238E27FC236}">
                <a16:creationId xmlns:a16="http://schemas.microsoft.com/office/drawing/2014/main" id="{C4562819-25D7-4CBD-9733-14F7F090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863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42" name="logic-v4-2">
            <a:extLst xmlns:a="http://schemas.openxmlformats.org/drawingml/2006/main">
              <a:ext uri="{FF2B5EF4-FFF2-40B4-BE49-F238E27FC236}">
                <a16:creationId xmlns:a16="http://schemas.microsoft.com/office/drawing/2014/main" id="{5A5339D0-E48D-436A-A916-92C94A4C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196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3" name="logic-r4-c3">
            <a:extLst xmlns:a="http://schemas.openxmlformats.org/drawingml/2006/main">
              <a:ext uri="{FF2B5EF4-FFF2-40B4-BE49-F238E27FC236}">
                <a16:creationId xmlns:a16="http://schemas.microsoft.com/office/drawing/2014/main" id="{022485DD-F01D-46C2-A245-5E590BC3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863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44" name="logic-v4-3">
            <a:extLst xmlns:a="http://schemas.openxmlformats.org/drawingml/2006/main">
              <a:ext uri="{FF2B5EF4-FFF2-40B4-BE49-F238E27FC236}">
                <a16:creationId xmlns:a16="http://schemas.microsoft.com/office/drawing/2014/main" id="{8AE12ACA-A313-4814-9296-1725044F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196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5" name="logic-h4">
            <a:extLst xmlns:a="http://schemas.openxmlformats.org/drawingml/2006/main">
              <a:ext uri="{FF2B5EF4-FFF2-40B4-BE49-F238E27FC236}">
                <a16:creationId xmlns:a16="http://schemas.microsoft.com/office/drawing/2014/main" id="{EA713B5C-A6C8-4337-B26B-368E1CF3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6" name="not-logic">
            <a:extLst xmlns:a="http://schemas.openxmlformats.org/drawingml/2006/main">
              <a:ext uri="{FF2B5EF4-FFF2-40B4-BE49-F238E27FC236}">
                <a16:creationId xmlns:a16="http://schemas.microsoft.com/office/drawing/2014/main" id="{28126049-DEF5-4B13-9BC3-C058F1E5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72125"/>
            <a:ext cx="542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47" name="not-logic-copy">
            <a:extLst xmlns:a="http://schemas.openxmlformats.org/drawingml/2006/main">
              <a:ext uri="{FF2B5EF4-FFF2-40B4-BE49-F238E27FC236}">
                <a16:creationId xmlns:a16="http://schemas.microsoft.com/office/drawing/2014/main" id="{C632CA72-5197-4DAB-900E-F429AA7B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7626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not membalik True menjadi False, dan sebaliknya.</a:t>
            </a:r>
          </a:p>
        </p:txBody>
      </p:sp>
    </p:spTree>
    <p:extLst>
      <p:ext uri="{BB962C8B-B14F-4D97-AF65-F5344CB8AC3E}">
        <p14:creationId xmlns:p14="http://schemas.microsoft.com/office/powerpoint/2010/main" val="1621480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F8306E-4831-4A1F-9A59-8162FC1C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Kondisi bertingkat dan kondisi terpisah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6D98679-7FAA-41B5-A82B-6F25D175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Pilih bentuk kondisi berdasarkan hubungan antaraturan.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737DB87-EC4B-43B8-B796-DD46BB28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nested-if-panel">
            <a:extLst xmlns:a="http://schemas.openxmlformats.org/drawingml/2006/main">
              <a:ext uri="{FF2B5EF4-FFF2-40B4-BE49-F238E27FC236}">
                <a16:creationId xmlns:a16="http://schemas.microsoft.com/office/drawing/2014/main" id="{11E9FFB9-E711-45A2-A8AA-380AD237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4762500" cy="252412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nested-if-head">
            <a:extLst xmlns:a="http://schemas.openxmlformats.org/drawingml/2006/main">
              <a:ext uri="{FF2B5EF4-FFF2-40B4-BE49-F238E27FC236}">
                <a16:creationId xmlns:a16="http://schemas.microsoft.com/office/drawing/2014/main" id="{6A9870D6-2766-4184-B344-528AB620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7813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Bertingkat</a:t>
            </a:r>
          </a:p>
        </p:txBody>
      </p:sp>
      <p:sp>
        <p:nvSpPr>
          <p:cNvPr id="6" name="nested-if-body">
            <a:extLst xmlns:a="http://schemas.openxmlformats.org/drawingml/2006/main">
              <a:ext uri="{FF2B5EF4-FFF2-40B4-BE49-F238E27FC236}">
                <a16:creationId xmlns:a16="http://schemas.microsoft.com/office/drawing/2014/main" id="{DA8D04D5-84D4-4916-8B6A-4CA8425C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33725"/>
            <a:ext cx="43434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Validasi berat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    lalu cek stok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Langkah kedua hanya perlu jika berat lolos.</a:t>
            </a:r>
          </a:p>
        </p:txBody>
      </p:sp>
      <p:sp>
        <p:nvSpPr>
          <p:cNvPr id="7" name="independent-if-panel">
            <a:extLst xmlns:a="http://schemas.openxmlformats.org/drawingml/2006/main">
              <a:ext uri="{FF2B5EF4-FFF2-40B4-BE49-F238E27FC236}">
                <a16:creationId xmlns:a16="http://schemas.microsoft.com/office/drawing/2014/main" id="{B7D7C934-B1DB-4263-AE88-0F4517A6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4762500" cy="252412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8" name="independent-if-head">
            <a:extLst xmlns:a="http://schemas.openxmlformats.org/drawingml/2006/main">
              <a:ext uri="{FF2B5EF4-FFF2-40B4-BE49-F238E27FC236}">
                <a16:creationId xmlns:a16="http://schemas.microsoft.com/office/drawing/2014/main" id="{2F9D385C-4653-4AAB-B9BA-8D5A69DA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7813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Terpisah</a:t>
            </a:r>
          </a:p>
        </p:txBody>
      </p:sp>
      <p:sp>
        <p:nvSpPr>
          <p:cNvPr id="9" name="independent-if-body">
            <a:extLst xmlns:a="http://schemas.openxmlformats.org/drawingml/2006/main">
              <a:ext uri="{FF2B5EF4-FFF2-40B4-BE49-F238E27FC236}">
                <a16:creationId xmlns:a16="http://schemas.microsoft.com/office/drawing/2014/main" id="{F4971144-4A66-47A4-A329-6FF51974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33725"/>
            <a:ext cx="43434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Cek kemasan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Cek label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Kedua masalah dapat dicatat sekaligus.</a:t>
            </a:r>
          </a:p>
        </p:txBody>
      </p:sp>
      <p:sp>
        <p:nvSpPr>
          <p:cNvPr id="10" name="condition-example">
            <a:extLst xmlns:a="http://schemas.openxmlformats.org/drawingml/2006/main">
              <a:ext uri="{FF2B5EF4-FFF2-40B4-BE49-F238E27FC236}">
                <a16:creationId xmlns:a16="http://schemas.microsoft.com/office/drawing/2014/main" id="{7218FB10-A2EE-4D5F-A5C7-D1142CEC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Contoh batas: 480 &lt;= berat &lt;= 520 menerima nilai 480 dan 520.</a:t>
            </a:r>
          </a:p>
        </p:txBody>
      </p:sp>
    </p:spTree>
    <p:extLst>
      <p:ext uri="{BB962C8B-B14F-4D97-AF65-F5344CB8AC3E}">
        <p14:creationId xmlns:p14="http://schemas.microsoft.com/office/powerpoint/2010/main" val="18757193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29A32A-1EE3-4D00-A145-F2F040DB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match/case dan pass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72E81E9-21AD-4F19-BDE9-8DB81092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match/case memilih tindakan berdasarkan satu nilai yang memiliki beberapa kemungkinan.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EB3C459-B1FF-4AB1-A4E8-3505D40D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match-code-bg">
            <a:extLst xmlns:a="http://schemas.openxmlformats.org/drawingml/2006/main">
              <a:ext uri="{FF2B5EF4-FFF2-40B4-BE49-F238E27FC236}">
                <a16:creationId xmlns:a16="http://schemas.microsoft.com/office/drawing/2014/main" id="{873E2C9E-6510-4893-B822-3BF99349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6000750" cy="3190875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match-code-text">
            <a:extLst xmlns:a="http://schemas.openxmlformats.org/drawingml/2006/main">
              <a:ext uri="{FF2B5EF4-FFF2-40B4-BE49-F238E27FC236}">
                <a16:creationId xmlns:a16="http://schemas.microsoft.com/office/drawing/2014/main" id="{15DB1383-0801-4859-A244-39F3C530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62250"/>
            <a:ext cx="5524500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match kode_layanan: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case "REG":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tarif = 12000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case "EXP":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tarif = 20000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case _: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tarif = None</a:t>
            </a:r>
          </a:p>
        </p:txBody>
      </p:sp>
      <p:sp>
        <p:nvSpPr>
          <p:cNvPr id="6" name="case-default-panel">
            <a:extLst xmlns:a="http://schemas.openxmlformats.org/drawingml/2006/main">
              <a:ext uri="{FF2B5EF4-FFF2-40B4-BE49-F238E27FC236}">
                <a16:creationId xmlns:a16="http://schemas.microsoft.com/office/drawing/2014/main" id="{B67C45AE-75C3-4184-8EFC-F431FE6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05100"/>
            <a:ext cx="32385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case-default-head">
            <a:extLst xmlns:a="http://schemas.openxmlformats.org/drawingml/2006/main">
              <a:ext uri="{FF2B5EF4-FFF2-40B4-BE49-F238E27FC236}">
                <a16:creationId xmlns:a16="http://schemas.microsoft.com/office/drawing/2014/main" id="{85A0D33C-8822-4A6F-98EF-3E5EBADD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384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case _</a:t>
            </a:r>
          </a:p>
        </p:txBody>
      </p:sp>
      <p:sp>
        <p:nvSpPr>
          <p:cNvPr id="8" name="case-default-body">
            <a:extLst xmlns:a="http://schemas.openxmlformats.org/drawingml/2006/main">
              <a:ext uri="{FF2B5EF4-FFF2-40B4-BE49-F238E27FC236}">
                <a16:creationId xmlns:a16="http://schemas.microsoft.com/office/drawing/2014/main" id="{110327CA-CCFD-4BF8-AF60-3ACCEC6E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90875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Pilihan default untuk nilai lain.</a:t>
            </a:r>
          </a:p>
        </p:txBody>
      </p:sp>
      <p:sp>
        <p:nvSpPr>
          <p:cNvPr id="9" name="pass-panel">
            <a:extLst xmlns:a="http://schemas.openxmlformats.org/drawingml/2006/main">
              <a:ext uri="{FF2B5EF4-FFF2-40B4-BE49-F238E27FC236}">
                <a16:creationId xmlns:a16="http://schemas.microsoft.com/office/drawing/2014/main" id="{2D43DE49-254C-4989-9612-47C2705E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32385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0" name="pass-head">
            <a:extLst xmlns:a="http://schemas.openxmlformats.org/drawingml/2006/main">
              <a:ext uri="{FF2B5EF4-FFF2-40B4-BE49-F238E27FC236}">
                <a16:creationId xmlns:a16="http://schemas.microsoft.com/office/drawing/2014/main" id="{BDEF9B34-3888-4A3F-AA10-46ACFFA4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196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pass</a:t>
            </a:r>
          </a:p>
        </p:txBody>
      </p:sp>
      <p:sp>
        <p:nvSpPr>
          <p:cNvPr id="11" name="pass-body">
            <a:extLst xmlns:a="http://schemas.openxmlformats.org/drawingml/2006/main">
              <a:ext uri="{FF2B5EF4-FFF2-40B4-BE49-F238E27FC236}">
                <a16:creationId xmlns:a16="http://schemas.microsoft.com/office/drawing/2014/main" id="{EE409F9C-4417-4CEA-86EC-056C0CBA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72025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Placeholder. Blok valid, belum menjalankan tindakan.</a:t>
            </a:r>
          </a:p>
        </p:txBody>
      </p:sp>
    </p:spTree>
    <p:extLst>
      <p:ext uri="{BB962C8B-B14F-4D97-AF65-F5344CB8AC3E}">
        <p14:creationId xmlns:p14="http://schemas.microsoft.com/office/powerpoint/2010/main" val="1110878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53246A-C324-4EFC-AF1B-D38EB233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for dan while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BEE552F-2601-459E-A22B-D4621ADF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for mengikuti urutan data. while berjalan selama kondisi masih benar.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A495977-CCDF-4BC9-8D8C-A44BEC67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for-loop-panel">
            <a:extLst xmlns:a="http://schemas.openxmlformats.org/drawingml/2006/main">
              <a:ext uri="{FF2B5EF4-FFF2-40B4-BE49-F238E27FC236}">
                <a16:creationId xmlns:a16="http://schemas.microsoft.com/office/drawing/2014/main" id="{7E807A7B-3E18-4B8D-8417-C9B5BE3F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4762500" cy="2571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for-loop-head">
            <a:extLst xmlns:a="http://schemas.openxmlformats.org/drawingml/2006/main">
              <a:ext uri="{FF2B5EF4-FFF2-40B4-BE49-F238E27FC236}">
                <a16:creationId xmlns:a16="http://schemas.microsoft.com/office/drawing/2014/main" id="{313D0956-1733-4197-94A4-46D91F8E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84797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for</a:t>
            </a:r>
          </a:p>
        </p:txBody>
      </p:sp>
      <p:sp>
        <p:nvSpPr>
          <p:cNvPr id="6" name="for-loop-body">
            <a:extLst xmlns:a="http://schemas.openxmlformats.org/drawingml/2006/main">
              <a:ext uri="{FF2B5EF4-FFF2-40B4-BE49-F238E27FC236}">
                <a16:creationId xmlns:a16="http://schemas.microsoft.com/office/drawing/2014/main" id="{9B96C2AD-DB29-4A17-AF01-E1D14D67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0400"/>
            <a:ext cx="4343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for transaksi in penjualan: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    total += transaksi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item diproses satu kali.</a:t>
            </a:r>
          </a:p>
        </p:txBody>
      </p:sp>
      <p:sp>
        <p:nvSpPr>
          <p:cNvPr id="7" name="while-loop-panel">
            <a:extLst xmlns:a="http://schemas.openxmlformats.org/drawingml/2006/main">
              <a:ext uri="{FF2B5EF4-FFF2-40B4-BE49-F238E27FC236}">
                <a16:creationId xmlns:a16="http://schemas.microsoft.com/office/drawing/2014/main" id="{5F6DC12E-377B-4B70-BB6D-E8A6B05A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4762500" cy="2571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8" name="while-loop-head">
            <a:extLst xmlns:a="http://schemas.openxmlformats.org/drawingml/2006/main">
              <a:ext uri="{FF2B5EF4-FFF2-40B4-BE49-F238E27FC236}">
                <a16:creationId xmlns:a16="http://schemas.microsoft.com/office/drawing/2014/main" id="{6530B36E-5B4B-4BF8-BB7A-9A3FE020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4797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while</a:t>
            </a:r>
          </a:p>
        </p:txBody>
      </p:sp>
      <p:sp>
        <p:nvSpPr>
          <p:cNvPr id="9" name="while-loop-body">
            <a:extLst xmlns:a="http://schemas.openxmlformats.org/drawingml/2006/main">
              <a:ext uri="{FF2B5EF4-FFF2-40B4-BE49-F238E27FC236}">
                <a16:creationId xmlns:a16="http://schemas.microsoft.com/office/drawing/2014/main" id="{FB1EA351-1625-46CF-A7AA-37D841CF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200400"/>
            <a:ext cx="4343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while stok &gt; 0: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    layani_pesanan()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    stok -=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Keadaan berubah hingga loop berhenti.</a:t>
            </a:r>
          </a:p>
        </p:txBody>
      </p:sp>
    </p:spTree>
    <p:extLst>
      <p:ext uri="{BB962C8B-B14F-4D97-AF65-F5344CB8AC3E}">
        <p14:creationId xmlns:p14="http://schemas.microsoft.com/office/powerpoint/2010/main" val="2366322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A724E7-54B6-4E8A-AA2C-B1C66DDF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range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9B5754C-72C2-47BE-8808-68871FE8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range(start, stop, step) membuat urutan bilangan. Nilai stop tidak disertakan.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6C48BA8-1F05-4ACD-9146-4E00C7F8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range-expr-0">
            <a:extLst xmlns:a="http://schemas.openxmlformats.org/drawingml/2006/main">
              <a:ext uri="{FF2B5EF4-FFF2-40B4-BE49-F238E27FC236}">
                <a16:creationId xmlns:a16="http://schemas.microsoft.com/office/drawing/2014/main" id="{DA59563E-A5DF-4EEC-9300-F0E61BC2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33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range(1, 5)</a:t>
            </a:r>
          </a:p>
        </p:txBody>
      </p:sp>
      <p:sp>
        <p:nvSpPr>
          <p:cNvPr id="5" name="range-bg-0">
            <a:extLst xmlns:a="http://schemas.openxmlformats.org/drawingml/2006/main">
              <a:ext uri="{FF2B5EF4-FFF2-40B4-BE49-F238E27FC236}">
                <a16:creationId xmlns:a16="http://schemas.microsoft.com/office/drawing/2014/main" id="{C7DC24E0-8456-4331-9633-89EA8A2C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86025"/>
            <a:ext cx="49530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" name="range-sequence-0">
            <a:extLst xmlns:a="http://schemas.openxmlformats.org/drawingml/2006/main">
              <a:ext uri="{FF2B5EF4-FFF2-40B4-BE49-F238E27FC236}">
                <a16:creationId xmlns:a16="http://schemas.microsoft.com/office/drawing/2014/main" id="{BCA9955A-37FC-42F0-B234-B5EE6B56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479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8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1   2   3   4</a:t>
            </a:r>
          </a:p>
        </p:txBody>
      </p:sp>
      <p:sp>
        <p:nvSpPr>
          <p:cNvPr id="7" name="range-expr-1">
            <a:extLst xmlns:a="http://schemas.openxmlformats.org/drawingml/2006/main">
              <a:ext uri="{FF2B5EF4-FFF2-40B4-BE49-F238E27FC236}">
                <a16:creationId xmlns:a16="http://schemas.microsoft.com/office/drawing/2014/main" id="{3FB7142A-CE41-4875-9F54-D57BFCB9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957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range(0, 6, 2)</a:t>
            </a:r>
          </a:p>
        </p:txBody>
      </p:sp>
      <p:sp>
        <p:nvSpPr>
          <p:cNvPr id="8" name="range-bg-1">
            <a:extLst xmlns:a="http://schemas.openxmlformats.org/drawingml/2006/main">
              <a:ext uri="{FF2B5EF4-FFF2-40B4-BE49-F238E27FC236}">
                <a16:creationId xmlns:a16="http://schemas.microsoft.com/office/drawing/2014/main" id="{76CD9407-E21D-476D-BB45-D2E1C6BC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48075"/>
            <a:ext cx="49530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9" name="range-sequence-1">
            <a:extLst xmlns:a="http://schemas.openxmlformats.org/drawingml/2006/main">
              <a:ext uri="{FF2B5EF4-FFF2-40B4-BE49-F238E27FC236}">
                <a16:creationId xmlns:a16="http://schemas.microsoft.com/office/drawing/2014/main" id="{15B5F939-D820-4171-8163-A4622596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10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8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0   2   4</a:t>
            </a:r>
          </a:p>
        </p:txBody>
      </p:sp>
      <p:sp>
        <p:nvSpPr>
          <p:cNvPr id="10" name="range-expr-2">
            <a:extLst xmlns:a="http://schemas.openxmlformats.org/drawingml/2006/main">
              <a:ext uri="{FF2B5EF4-FFF2-40B4-BE49-F238E27FC236}">
                <a16:creationId xmlns:a16="http://schemas.microsoft.com/office/drawing/2014/main" id="{46AEDC80-0890-41BF-9099-0ECF33A8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range(5, 0, -2)</a:t>
            </a:r>
          </a:p>
        </p:txBody>
      </p:sp>
      <p:sp>
        <p:nvSpPr>
          <p:cNvPr id="11" name="range-bg-2">
            <a:extLst xmlns:a="http://schemas.openxmlformats.org/drawingml/2006/main">
              <a:ext uri="{FF2B5EF4-FFF2-40B4-BE49-F238E27FC236}">
                <a16:creationId xmlns:a16="http://schemas.microsoft.com/office/drawing/2014/main" id="{FEF1892E-57A0-4FA8-82C6-51B112EC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0125"/>
            <a:ext cx="49530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2" name="range-sequence-2">
            <a:extLst xmlns:a="http://schemas.openxmlformats.org/drawingml/2006/main">
              <a:ext uri="{FF2B5EF4-FFF2-40B4-BE49-F238E27FC236}">
                <a16:creationId xmlns:a16="http://schemas.microsoft.com/office/drawing/2014/main" id="{A1F9BF14-30D6-4964-8E5B-BB26B490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972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8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5   3   1</a:t>
            </a:r>
          </a:p>
        </p:txBody>
      </p:sp>
      <p:sp>
        <p:nvSpPr>
          <p:cNvPr id="13" name="range-dimensions">
            <a:extLst xmlns:a="http://schemas.openxmlformats.org/drawingml/2006/main">
              <a:ext uri="{FF2B5EF4-FFF2-40B4-BE49-F238E27FC236}">
                <a16:creationId xmlns:a16="http://schemas.microsoft.com/office/drawing/2014/main" id="{8FB93945-2A07-486F-BACC-82816B20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9125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start menentukan awal, step menentukan jarak antarangka.</a:t>
            </a:r>
          </a:p>
        </p:txBody>
      </p:sp>
    </p:spTree>
    <p:extLst>
      <p:ext uri="{BB962C8B-B14F-4D97-AF65-F5344CB8AC3E}">
        <p14:creationId xmlns:p14="http://schemas.microsoft.com/office/powerpoint/2010/main" val="4747522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491D53-8A82-41AA-A459-4F039D0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enumerate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E59FCCA-C5FF-41C1-9195-A2C7ED7D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enumerate(data) menghasilkan indeks bersama nilai pada setiap item.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C3D5C05-FC28-45FB-8D18-A31279DC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enumerate-table-head-bg">
            <a:extLst xmlns:a="http://schemas.openxmlformats.org/drawingml/2006/main">
              <a:ext uri="{FF2B5EF4-FFF2-40B4-BE49-F238E27FC236}">
                <a16:creationId xmlns:a16="http://schemas.microsoft.com/office/drawing/2014/main" id="{F743E829-6F18-4A8D-9FA0-22F6C46A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67000"/>
            <a:ext cx="85725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enumerate-table-r0-c0">
            <a:extLst xmlns:a="http://schemas.openxmlformats.org/drawingml/2006/main">
              <a:ext uri="{FF2B5EF4-FFF2-40B4-BE49-F238E27FC236}">
                <a16:creationId xmlns:a16="http://schemas.microsoft.com/office/drawing/2014/main" id="{7199E1BB-9C5A-4DDF-A33A-9B8AD140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717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Indeks</a:t>
            </a:r>
          </a:p>
        </p:txBody>
      </p:sp>
      <p:sp>
        <p:nvSpPr>
          <p:cNvPr id="6" name="enumerate-table-r0-c1">
            <a:extLst xmlns:a="http://schemas.openxmlformats.org/drawingml/2006/main">
              <a:ext uri="{FF2B5EF4-FFF2-40B4-BE49-F238E27FC236}">
                <a16:creationId xmlns:a16="http://schemas.microsoft.com/office/drawing/2014/main" id="{4B897B8F-42CE-4263-A646-E7F0363C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717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Nama</a:t>
            </a:r>
          </a:p>
        </p:txBody>
      </p:sp>
      <p:sp>
        <p:nvSpPr>
          <p:cNvPr id="7" name="enumerate-table-v0-1">
            <a:extLst xmlns:a="http://schemas.openxmlformats.org/drawingml/2006/main">
              <a:ext uri="{FF2B5EF4-FFF2-40B4-BE49-F238E27FC236}">
                <a16:creationId xmlns:a16="http://schemas.microsoft.com/office/drawing/2014/main" id="{6736CC6B-EAA0-4F9B-84C4-FB6AA886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05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enumerate-table-r0-c2">
            <a:extLst xmlns:a="http://schemas.openxmlformats.org/drawingml/2006/main">
              <a:ext uri="{FF2B5EF4-FFF2-40B4-BE49-F238E27FC236}">
                <a16:creationId xmlns:a16="http://schemas.microsoft.com/office/drawing/2014/main" id="{F7ECBF68-F963-4F9E-A331-BFCEE427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7177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Nomor tampilan</a:t>
            </a:r>
          </a:p>
        </p:txBody>
      </p:sp>
      <p:sp>
        <p:nvSpPr>
          <p:cNvPr id="9" name="enumerate-table-v0-2">
            <a:extLst xmlns:a="http://schemas.openxmlformats.org/drawingml/2006/main">
              <a:ext uri="{FF2B5EF4-FFF2-40B4-BE49-F238E27FC236}">
                <a16:creationId xmlns:a16="http://schemas.microsoft.com/office/drawing/2014/main" id="{28FCE34F-996A-4658-BDBB-91065E61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05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enumerate-table-r1-c0">
            <a:extLst xmlns:a="http://schemas.openxmlformats.org/drawingml/2006/main">
              <a:ext uri="{FF2B5EF4-FFF2-40B4-BE49-F238E27FC236}">
                <a16:creationId xmlns:a16="http://schemas.microsoft.com/office/drawing/2014/main" id="{5A0CAFF1-5E25-4E9C-BCE1-388F258F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242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0</a:t>
            </a:r>
          </a:p>
        </p:txBody>
      </p:sp>
      <p:sp>
        <p:nvSpPr>
          <p:cNvPr id="11" name="enumerate-table-r1-c1">
            <a:extLst xmlns:a="http://schemas.openxmlformats.org/drawingml/2006/main">
              <a:ext uri="{FF2B5EF4-FFF2-40B4-BE49-F238E27FC236}">
                <a16:creationId xmlns:a16="http://schemas.microsoft.com/office/drawing/2014/main" id="{F4937F45-DCED-41CD-8B89-FE681088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2422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Rani</a:t>
            </a:r>
          </a:p>
        </p:txBody>
      </p:sp>
      <p:sp>
        <p:nvSpPr>
          <p:cNvPr id="12" name="enumerate-table-v1-1">
            <a:extLst xmlns:a="http://schemas.openxmlformats.org/drawingml/2006/main">
              <a:ext uri="{FF2B5EF4-FFF2-40B4-BE49-F238E27FC236}">
                <a16:creationId xmlns:a16="http://schemas.microsoft.com/office/drawing/2014/main" id="{2B3EE639-574A-46EE-B21A-4095EF3E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57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enumerate-table-r1-c2">
            <a:extLst xmlns:a="http://schemas.openxmlformats.org/drawingml/2006/main">
              <a:ext uri="{FF2B5EF4-FFF2-40B4-BE49-F238E27FC236}">
                <a16:creationId xmlns:a16="http://schemas.microsoft.com/office/drawing/2014/main" id="{42D72B99-7105-4482-8078-E4D93E53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2422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14" name="enumerate-table-v1-2">
            <a:extLst xmlns:a="http://schemas.openxmlformats.org/drawingml/2006/main">
              <a:ext uri="{FF2B5EF4-FFF2-40B4-BE49-F238E27FC236}">
                <a16:creationId xmlns:a16="http://schemas.microsoft.com/office/drawing/2014/main" id="{9814F0CE-D410-4490-9031-7AD19964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57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enumerate-table-h1">
            <a:extLst xmlns:a="http://schemas.openxmlformats.org/drawingml/2006/main">
              <a:ext uri="{FF2B5EF4-FFF2-40B4-BE49-F238E27FC236}">
                <a16:creationId xmlns:a16="http://schemas.microsoft.com/office/drawing/2014/main" id="{94DB32D4-F1A3-4A12-871D-239A2186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194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enumerate-table-band-2">
            <a:extLst xmlns:a="http://schemas.openxmlformats.org/drawingml/2006/main">
              <a:ext uri="{FF2B5EF4-FFF2-40B4-BE49-F238E27FC236}">
                <a16:creationId xmlns:a16="http://schemas.microsoft.com/office/drawing/2014/main" id="{8FEDDF13-E186-4D26-9D93-56C1D32F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719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numerate-table-r2-c0">
            <a:extLst xmlns:a="http://schemas.openxmlformats.org/drawingml/2006/main">
              <a:ext uri="{FF2B5EF4-FFF2-40B4-BE49-F238E27FC236}">
                <a16:creationId xmlns:a16="http://schemas.microsoft.com/office/drawing/2014/main" id="{9637E1C3-3502-45CB-984A-615FDD59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766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18" name="enumerate-table-r2-c1">
            <a:extLst xmlns:a="http://schemas.openxmlformats.org/drawingml/2006/main">
              <a:ext uri="{FF2B5EF4-FFF2-40B4-BE49-F238E27FC236}">
                <a16:creationId xmlns:a16="http://schemas.microsoft.com/office/drawing/2014/main" id="{8B2FDF05-A2B2-45D4-A79A-CF76CED0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766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Dimas</a:t>
            </a:r>
          </a:p>
        </p:txBody>
      </p:sp>
      <p:sp>
        <p:nvSpPr>
          <p:cNvPr id="19" name="enumerate-table-v2-1">
            <a:extLst xmlns:a="http://schemas.openxmlformats.org/drawingml/2006/main">
              <a:ext uri="{FF2B5EF4-FFF2-40B4-BE49-F238E27FC236}">
                <a16:creationId xmlns:a16="http://schemas.microsoft.com/office/drawing/2014/main" id="{5BD4B575-E299-4902-BA68-A3E6B77F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10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enumerate-table-r2-c2">
            <a:extLst xmlns:a="http://schemas.openxmlformats.org/drawingml/2006/main">
              <a:ext uri="{FF2B5EF4-FFF2-40B4-BE49-F238E27FC236}">
                <a16:creationId xmlns:a16="http://schemas.microsoft.com/office/drawing/2014/main" id="{5D7D5B98-033C-4193-BDAF-81B3FB52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7667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21" name="enumerate-table-v2-2">
            <a:extLst xmlns:a="http://schemas.openxmlformats.org/drawingml/2006/main">
              <a:ext uri="{FF2B5EF4-FFF2-40B4-BE49-F238E27FC236}">
                <a16:creationId xmlns:a16="http://schemas.microsoft.com/office/drawing/2014/main" id="{D18EE2DD-925A-42FD-8B60-DFDEAD0F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10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enumerate-table-h2">
            <a:extLst xmlns:a="http://schemas.openxmlformats.org/drawingml/2006/main">
              <a:ext uri="{FF2B5EF4-FFF2-40B4-BE49-F238E27FC236}">
                <a16:creationId xmlns:a16="http://schemas.microsoft.com/office/drawing/2014/main" id="{87F94F0D-1D5A-46A3-9AC6-D5B737C2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719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enumerate-table-r3-c0">
            <a:extLst xmlns:a="http://schemas.openxmlformats.org/drawingml/2006/main">
              <a:ext uri="{FF2B5EF4-FFF2-40B4-BE49-F238E27FC236}">
                <a16:creationId xmlns:a16="http://schemas.microsoft.com/office/drawing/2014/main" id="{D0AC6593-8F3A-46E3-B11F-91CA2896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291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24" name="enumerate-table-r3-c1">
            <a:extLst xmlns:a="http://schemas.openxmlformats.org/drawingml/2006/main">
              <a:ext uri="{FF2B5EF4-FFF2-40B4-BE49-F238E27FC236}">
                <a16:creationId xmlns:a16="http://schemas.microsoft.com/office/drawing/2014/main" id="{4CC8608F-8B71-4B10-A9AC-BB9B4688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2912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Salsa</a:t>
            </a:r>
          </a:p>
        </p:txBody>
      </p:sp>
      <p:sp>
        <p:nvSpPr>
          <p:cNvPr id="25" name="enumerate-table-v3-1">
            <a:extLst xmlns:a="http://schemas.openxmlformats.org/drawingml/2006/main">
              <a:ext uri="{FF2B5EF4-FFF2-40B4-BE49-F238E27FC236}">
                <a16:creationId xmlns:a16="http://schemas.microsoft.com/office/drawing/2014/main" id="{7FF93F2A-6A04-4622-82B4-6AF9C239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62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enumerate-table-r3-c2">
            <a:extLst xmlns:a="http://schemas.openxmlformats.org/drawingml/2006/main">
              <a:ext uri="{FF2B5EF4-FFF2-40B4-BE49-F238E27FC236}">
                <a16:creationId xmlns:a16="http://schemas.microsoft.com/office/drawing/2014/main" id="{67CE97A4-F11D-4285-9561-ACAC8568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2912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27" name="enumerate-table-v3-2">
            <a:extLst xmlns:a="http://schemas.openxmlformats.org/drawingml/2006/main">
              <a:ext uri="{FF2B5EF4-FFF2-40B4-BE49-F238E27FC236}">
                <a16:creationId xmlns:a16="http://schemas.microsoft.com/office/drawing/2014/main" id="{50F6F57D-5002-4B62-97C9-302303F3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62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enumerate-table-h3">
            <a:extLst xmlns:a="http://schemas.openxmlformats.org/drawingml/2006/main">
              <a:ext uri="{FF2B5EF4-FFF2-40B4-BE49-F238E27FC236}">
                <a16:creationId xmlns:a16="http://schemas.microsoft.com/office/drawing/2014/main" id="{0EF0C10A-2E26-45EB-8261-532D6356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243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enumerate-table-band-4">
            <a:extLst xmlns:a="http://schemas.openxmlformats.org/drawingml/2006/main">
              <a:ext uri="{FF2B5EF4-FFF2-40B4-BE49-F238E27FC236}">
                <a16:creationId xmlns:a16="http://schemas.microsoft.com/office/drawing/2014/main" id="{8031955B-E69B-4F0D-A4F8-FC4CA6A3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768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enumerate-table-r4-c0">
            <a:extLst xmlns:a="http://schemas.openxmlformats.org/drawingml/2006/main">
              <a:ext uri="{FF2B5EF4-FFF2-40B4-BE49-F238E27FC236}">
                <a16:creationId xmlns:a16="http://schemas.microsoft.com/office/drawing/2014/main" id="{4B9658F9-6241-4E9A-9EA7-BB1A0F91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815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31" name="enumerate-table-r4-c1">
            <a:extLst xmlns:a="http://schemas.openxmlformats.org/drawingml/2006/main">
              <a:ext uri="{FF2B5EF4-FFF2-40B4-BE49-F238E27FC236}">
                <a16:creationId xmlns:a16="http://schemas.microsoft.com/office/drawing/2014/main" id="{6DEF70EC-A5DB-41EE-B62C-01A0E539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815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Bagas</a:t>
            </a:r>
          </a:p>
        </p:txBody>
      </p:sp>
      <p:sp>
        <p:nvSpPr>
          <p:cNvPr id="32" name="enumerate-table-v4-1">
            <a:extLst xmlns:a="http://schemas.openxmlformats.org/drawingml/2006/main">
              <a:ext uri="{FF2B5EF4-FFF2-40B4-BE49-F238E27FC236}">
                <a16:creationId xmlns:a16="http://schemas.microsoft.com/office/drawing/2014/main" id="{501F031F-53FC-4690-B5FD-A2D2840A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149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enumerate-table-r4-c2">
            <a:extLst xmlns:a="http://schemas.openxmlformats.org/drawingml/2006/main">
              <a:ext uri="{FF2B5EF4-FFF2-40B4-BE49-F238E27FC236}">
                <a16:creationId xmlns:a16="http://schemas.microsoft.com/office/drawing/2014/main" id="{AE039F9E-3274-4D80-AC85-EE13036B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8157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34" name="enumerate-table-v4-2">
            <a:extLst xmlns:a="http://schemas.openxmlformats.org/drawingml/2006/main">
              <a:ext uri="{FF2B5EF4-FFF2-40B4-BE49-F238E27FC236}">
                <a16:creationId xmlns:a16="http://schemas.microsoft.com/office/drawing/2014/main" id="{EB36A170-1647-488D-B24B-9D6975B8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149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enumerate-table-h4">
            <a:extLst xmlns:a="http://schemas.openxmlformats.org/drawingml/2006/main">
              <a:ext uri="{FF2B5EF4-FFF2-40B4-BE49-F238E27FC236}">
                <a16:creationId xmlns:a16="http://schemas.microsoft.com/office/drawing/2014/main" id="{D2B70FDD-F5BF-42DF-B557-7411AB9D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768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enumerate-code-bg">
            <a:extLst xmlns:a="http://schemas.openxmlformats.org/drawingml/2006/main">
              <a:ext uri="{FF2B5EF4-FFF2-40B4-BE49-F238E27FC236}">
                <a16:creationId xmlns:a16="http://schemas.microsoft.com/office/drawing/2014/main" id="{29187B65-6A9D-4B85-A942-21C58375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34050"/>
            <a:ext cx="590550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37" name="enumerate-code-text">
            <a:extLst xmlns:a="http://schemas.openxmlformats.org/drawingml/2006/main">
              <a:ext uri="{FF2B5EF4-FFF2-40B4-BE49-F238E27FC236}">
                <a16:creationId xmlns:a16="http://schemas.microsoft.com/office/drawing/2014/main" id="{6F238F4C-B8DD-4459-89BF-00A16F6F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943600"/>
            <a:ext cx="542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enumerate(nama, start=1)</a:t>
            </a:r>
          </a:p>
        </p:txBody>
      </p:sp>
    </p:spTree>
    <p:extLst>
      <p:ext uri="{BB962C8B-B14F-4D97-AF65-F5344CB8AC3E}">
        <p14:creationId xmlns:p14="http://schemas.microsoft.com/office/powerpoint/2010/main" val="17427015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699C0A-2F66-4D34-B4F9-30C90D59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Total dan nilai terbesar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290A03A-7FEB-4F61-AC83-67332859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Accumulator menggabungkan nilai. Kandidat maksimum diperbarui saat nilai baru lebih besar.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E4A9D99-1ED9-447E-AE48-F197400E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can-head-bg">
            <a:extLst xmlns:a="http://schemas.openxmlformats.org/drawingml/2006/main">
              <a:ext uri="{FF2B5EF4-FFF2-40B4-BE49-F238E27FC236}">
                <a16:creationId xmlns:a16="http://schemas.microsoft.com/office/drawing/2014/main" id="{B2CBD609-5643-4AF3-A9BF-B726BE5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771525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scan-r0-c0">
            <a:extLst xmlns:a="http://schemas.openxmlformats.org/drawingml/2006/main">
              <a:ext uri="{FF2B5EF4-FFF2-40B4-BE49-F238E27FC236}">
                <a16:creationId xmlns:a16="http://schemas.microsoft.com/office/drawing/2014/main" id="{09301E3A-1BEA-4FDE-9585-DFE8B789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71775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Dibaca</a:t>
            </a:r>
          </a:p>
        </p:txBody>
      </p:sp>
      <p:sp>
        <p:nvSpPr>
          <p:cNvPr id="6" name="scan-r0-c1">
            <a:extLst xmlns:a="http://schemas.openxmlformats.org/drawingml/2006/main">
              <a:ext uri="{FF2B5EF4-FFF2-40B4-BE49-F238E27FC236}">
                <a16:creationId xmlns:a16="http://schemas.microsoft.com/office/drawing/2014/main" id="{7472924C-CE7F-498C-BDCC-7E01F22E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7177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Nilai</a:t>
            </a:r>
          </a:p>
        </p:txBody>
      </p:sp>
      <p:sp>
        <p:nvSpPr>
          <p:cNvPr id="7" name="scan-v0-1">
            <a:extLst xmlns:a="http://schemas.openxmlformats.org/drawingml/2006/main">
              <a:ext uri="{FF2B5EF4-FFF2-40B4-BE49-F238E27FC236}">
                <a16:creationId xmlns:a16="http://schemas.microsoft.com/office/drawing/2014/main" id="{84020CC5-CB02-412D-8AEB-727090C9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051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scan-r0-c2">
            <a:extLst xmlns:a="http://schemas.openxmlformats.org/drawingml/2006/main">
              <a:ext uri="{FF2B5EF4-FFF2-40B4-BE49-F238E27FC236}">
                <a16:creationId xmlns:a16="http://schemas.microsoft.com/office/drawing/2014/main" id="{6F5D702A-AE49-4B93-B016-F4A7B3AC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717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Total sementara</a:t>
            </a:r>
          </a:p>
        </p:txBody>
      </p:sp>
      <p:sp>
        <p:nvSpPr>
          <p:cNvPr id="9" name="scan-v0-2">
            <a:extLst xmlns:a="http://schemas.openxmlformats.org/drawingml/2006/main">
              <a:ext uri="{FF2B5EF4-FFF2-40B4-BE49-F238E27FC236}">
                <a16:creationId xmlns:a16="http://schemas.microsoft.com/office/drawing/2014/main" id="{1CB0AF41-3CB2-4A41-B9B2-494CC5A8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051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scan-r0-c3">
            <a:extLst xmlns:a="http://schemas.openxmlformats.org/drawingml/2006/main">
              <a:ext uri="{FF2B5EF4-FFF2-40B4-BE49-F238E27FC236}">
                <a16:creationId xmlns:a16="http://schemas.microsoft.com/office/drawing/2014/main" id="{04F31498-26ED-4DB7-BDEE-B5060F1C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717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Terbesar</a:t>
            </a:r>
          </a:p>
        </p:txBody>
      </p:sp>
      <p:sp>
        <p:nvSpPr>
          <p:cNvPr id="11" name="scan-v0-3">
            <a:extLst xmlns:a="http://schemas.openxmlformats.org/drawingml/2006/main">
              <a:ext uri="{FF2B5EF4-FFF2-40B4-BE49-F238E27FC236}">
                <a16:creationId xmlns:a16="http://schemas.microsoft.com/office/drawing/2014/main" id="{9DA3F42E-FB27-43BF-9675-4904921C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051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2" name="scan-r1-c0">
            <a:extLst xmlns:a="http://schemas.openxmlformats.org/drawingml/2006/main">
              <a:ext uri="{FF2B5EF4-FFF2-40B4-BE49-F238E27FC236}">
                <a16:creationId xmlns:a16="http://schemas.microsoft.com/office/drawing/2014/main" id="{0E6352C7-4D47-4E4F-A631-EA7D361A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43275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13" name="scan-r1-c1">
            <a:extLst xmlns:a="http://schemas.openxmlformats.org/drawingml/2006/main">
              <a:ext uri="{FF2B5EF4-FFF2-40B4-BE49-F238E27FC236}">
                <a16:creationId xmlns:a16="http://schemas.microsoft.com/office/drawing/2014/main" id="{A8B147CE-A685-4DDC-8F05-44E422E9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4327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14" name="scan-v1-1">
            <a:extLst xmlns:a="http://schemas.openxmlformats.org/drawingml/2006/main">
              <a:ext uri="{FF2B5EF4-FFF2-40B4-BE49-F238E27FC236}">
                <a16:creationId xmlns:a16="http://schemas.microsoft.com/office/drawing/2014/main" id="{C4C3A2CA-F098-4EBD-A9E7-339B3709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76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scan-r1-c2">
            <a:extLst xmlns:a="http://schemas.openxmlformats.org/drawingml/2006/main">
              <a:ext uri="{FF2B5EF4-FFF2-40B4-BE49-F238E27FC236}">
                <a16:creationId xmlns:a16="http://schemas.microsoft.com/office/drawing/2014/main" id="{4F8BE457-33F8-47DE-98E0-0950BC61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432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16" name="scan-v1-2">
            <a:extLst xmlns:a="http://schemas.openxmlformats.org/drawingml/2006/main">
              <a:ext uri="{FF2B5EF4-FFF2-40B4-BE49-F238E27FC236}">
                <a16:creationId xmlns:a16="http://schemas.microsoft.com/office/drawing/2014/main" id="{CF320E78-5A0A-4735-8214-A81159C9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76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scan-r1-c3">
            <a:extLst xmlns:a="http://schemas.openxmlformats.org/drawingml/2006/main">
              <a:ext uri="{FF2B5EF4-FFF2-40B4-BE49-F238E27FC236}">
                <a16:creationId xmlns:a16="http://schemas.microsoft.com/office/drawing/2014/main" id="{6F67FF22-F958-489B-91F5-4B9EC96A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432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18" name="scan-v1-3">
            <a:extLst xmlns:a="http://schemas.openxmlformats.org/drawingml/2006/main">
              <a:ext uri="{FF2B5EF4-FFF2-40B4-BE49-F238E27FC236}">
                <a16:creationId xmlns:a16="http://schemas.microsoft.com/office/drawing/2014/main" id="{C60BDB65-E32D-41C6-ABD7-CBF3104C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76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9" name="scan-h1">
            <a:extLst xmlns:a="http://schemas.openxmlformats.org/drawingml/2006/main">
              <a:ext uri="{FF2B5EF4-FFF2-40B4-BE49-F238E27FC236}">
                <a16:creationId xmlns:a16="http://schemas.microsoft.com/office/drawing/2014/main" id="{25460BC8-D477-4E4D-9E5E-ABC2DC67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3850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scan-band-2">
            <a:extLst xmlns:a="http://schemas.openxmlformats.org/drawingml/2006/main">
              <a:ext uri="{FF2B5EF4-FFF2-40B4-BE49-F238E27FC236}">
                <a16:creationId xmlns:a16="http://schemas.microsoft.com/office/drawing/2014/main" id="{B7B495F8-0A14-48FC-8D23-238D71DE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"/>
            <a:ext cx="771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an-r2-c0">
            <a:extLst xmlns:a="http://schemas.openxmlformats.org/drawingml/2006/main">
              <a:ext uri="{FF2B5EF4-FFF2-40B4-BE49-F238E27FC236}">
                <a16:creationId xmlns:a16="http://schemas.microsoft.com/office/drawing/2014/main" id="{42420444-3BC4-49CC-A00B-08B9DA52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14775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22" name="scan-r2-c1">
            <a:extLst xmlns:a="http://schemas.openxmlformats.org/drawingml/2006/main">
              <a:ext uri="{FF2B5EF4-FFF2-40B4-BE49-F238E27FC236}">
                <a16:creationId xmlns:a16="http://schemas.microsoft.com/office/drawing/2014/main" id="{4942DB85-E747-4DFB-9A62-F004E3F0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1477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23" name="scan-v2-1">
            <a:extLst xmlns:a="http://schemas.openxmlformats.org/drawingml/2006/main">
              <a:ext uri="{FF2B5EF4-FFF2-40B4-BE49-F238E27FC236}">
                <a16:creationId xmlns:a16="http://schemas.microsoft.com/office/drawing/2014/main" id="{2FACA1B7-7572-43F7-BF59-924C8838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481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scan-r2-c2">
            <a:extLst xmlns:a="http://schemas.openxmlformats.org/drawingml/2006/main">
              <a:ext uri="{FF2B5EF4-FFF2-40B4-BE49-F238E27FC236}">
                <a16:creationId xmlns:a16="http://schemas.microsoft.com/office/drawing/2014/main" id="{E0573292-EEC5-4F6B-94F3-F650568C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147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20</a:t>
            </a:r>
          </a:p>
        </p:txBody>
      </p:sp>
      <p:sp>
        <p:nvSpPr>
          <p:cNvPr id="25" name="scan-v2-2">
            <a:extLst xmlns:a="http://schemas.openxmlformats.org/drawingml/2006/main">
              <a:ext uri="{FF2B5EF4-FFF2-40B4-BE49-F238E27FC236}">
                <a16:creationId xmlns:a16="http://schemas.microsoft.com/office/drawing/2014/main" id="{22013EE8-F6C5-45E7-A111-C0448EB5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81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scan-r2-c3">
            <a:extLst xmlns:a="http://schemas.openxmlformats.org/drawingml/2006/main">
              <a:ext uri="{FF2B5EF4-FFF2-40B4-BE49-F238E27FC236}">
                <a16:creationId xmlns:a16="http://schemas.microsoft.com/office/drawing/2014/main" id="{7605A821-1273-4271-B9CB-22746937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147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27" name="scan-v2-3">
            <a:extLst xmlns:a="http://schemas.openxmlformats.org/drawingml/2006/main">
              <a:ext uri="{FF2B5EF4-FFF2-40B4-BE49-F238E27FC236}">
                <a16:creationId xmlns:a16="http://schemas.microsoft.com/office/drawing/2014/main" id="{C6996632-9A65-48D2-ACEB-41F7D902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481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scan-h2">
            <a:extLst xmlns:a="http://schemas.openxmlformats.org/drawingml/2006/main">
              <a:ext uri="{FF2B5EF4-FFF2-40B4-BE49-F238E27FC236}">
                <a16:creationId xmlns:a16="http://schemas.microsoft.com/office/drawing/2014/main" id="{CD7C34BF-5AA6-4571-A807-2111736E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scan-r3-c0">
            <a:extLst xmlns:a="http://schemas.openxmlformats.org/drawingml/2006/main">
              <a:ext uri="{FF2B5EF4-FFF2-40B4-BE49-F238E27FC236}">
                <a16:creationId xmlns:a16="http://schemas.microsoft.com/office/drawing/2014/main" id="{09648544-A8A9-4B23-A6C8-DEAD3373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86275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30" name="scan-r3-c1">
            <a:extLst xmlns:a="http://schemas.openxmlformats.org/drawingml/2006/main">
              <a:ext uri="{FF2B5EF4-FFF2-40B4-BE49-F238E27FC236}">
                <a16:creationId xmlns:a16="http://schemas.microsoft.com/office/drawing/2014/main" id="{7C22D06A-8F3E-416D-A743-565848A1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8627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15</a:t>
            </a:r>
          </a:p>
        </p:txBody>
      </p:sp>
      <p:sp>
        <p:nvSpPr>
          <p:cNvPr id="31" name="scan-v3-1">
            <a:extLst xmlns:a="http://schemas.openxmlformats.org/drawingml/2006/main">
              <a:ext uri="{FF2B5EF4-FFF2-40B4-BE49-F238E27FC236}">
                <a16:creationId xmlns:a16="http://schemas.microsoft.com/office/drawing/2014/main" id="{D9695468-84BA-4D10-ACD9-05B9D5EB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19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2" name="scan-r3-c2">
            <a:extLst xmlns:a="http://schemas.openxmlformats.org/drawingml/2006/main">
              <a:ext uri="{FF2B5EF4-FFF2-40B4-BE49-F238E27FC236}">
                <a16:creationId xmlns:a16="http://schemas.microsoft.com/office/drawing/2014/main" id="{CD3C9D56-D0D8-4009-BDB4-3B9F1821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862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35</a:t>
            </a:r>
          </a:p>
        </p:txBody>
      </p:sp>
      <p:sp>
        <p:nvSpPr>
          <p:cNvPr id="33" name="scan-v3-2">
            <a:extLst xmlns:a="http://schemas.openxmlformats.org/drawingml/2006/main">
              <a:ext uri="{FF2B5EF4-FFF2-40B4-BE49-F238E27FC236}">
                <a16:creationId xmlns:a16="http://schemas.microsoft.com/office/drawing/2014/main" id="{D64B076F-AB76-462F-AE8A-9E75117D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19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4" name="scan-r3-c3">
            <a:extLst xmlns:a="http://schemas.openxmlformats.org/drawingml/2006/main">
              <a:ext uri="{FF2B5EF4-FFF2-40B4-BE49-F238E27FC236}">
                <a16:creationId xmlns:a16="http://schemas.microsoft.com/office/drawing/2014/main" id="{8EA6B581-E731-4BB4-A0EF-9B4AA227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862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15</a:t>
            </a:r>
          </a:p>
        </p:txBody>
      </p:sp>
      <p:sp>
        <p:nvSpPr>
          <p:cNvPr id="35" name="scan-v3-3">
            <a:extLst xmlns:a="http://schemas.openxmlformats.org/drawingml/2006/main">
              <a:ext uri="{FF2B5EF4-FFF2-40B4-BE49-F238E27FC236}">
                <a16:creationId xmlns:a16="http://schemas.microsoft.com/office/drawing/2014/main" id="{F354BE57-6D30-4306-BAED-1E7529FC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196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scan-h3">
            <a:extLst xmlns:a="http://schemas.openxmlformats.org/drawingml/2006/main">
              <a:ext uri="{FF2B5EF4-FFF2-40B4-BE49-F238E27FC236}">
                <a16:creationId xmlns:a16="http://schemas.microsoft.com/office/drawing/2014/main" id="{7D326385-956F-4A80-8D48-4DBAF6B0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8150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7" name="scan-note">
            <a:extLst xmlns:a="http://schemas.openxmlformats.org/drawingml/2006/main">
              <a:ext uri="{FF2B5EF4-FFF2-40B4-BE49-F238E27FC236}">
                <a16:creationId xmlns:a16="http://schemas.microsoft.com/office/drawing/2014/main" id="{22D122BE-7A85-4DDE-A48E-44C0FBBD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Mulai total dari 0. Untuk mencari maksimum pada data yang tidak kosong, mulai dari item pertama.</a:t>
            </a:r>
          </a:p>
        </p:txBody>
      </p:sp>
    </p:spTree>
    <p:extLst>
      <p:ext uri="{BB962C8B-B14F-4D97-AF65-F5344CB8AC3E}">
        <p14:creationId xmlns:p14="http://schemas.microsoft.com/office/powerpoint/2010/main" val="13746627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C1E48B-2AE4-4803-BFBD-5384E01F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Nested loops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0830F84-1DC3-4B44-AD82-3CE18276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Loop luar memilih baris. Loop dalam membaca setiap kursi pada baris itu.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FA9DFB1-126D-4B6F-8481-18D0B176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eat-0-0">
            <a:extLst xmlns:a="http://schemas.openxmlformats.org/drawingml/2006/main">
              <a:ext uri="{FF2B5EF4-FFF2-40B4-BE49-F238E27FC236}">
                <a16:creationId xmlns:a16="http://schemas.microsoft.com/office/drawing/2014/main" id="{9D178593-9E41-4B6C-A81C-30A53972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19375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seat-label-0-0">
            <a:extLst xmlns:a="http://schemas.openxmlformats.org/drawingml/2006/main">
              <a:ext uri="{FF2B5EF4-FFF2-40B4-BE49-F238E27FC236}">
                <a16:creationId xmlns:a16="http://schemas.microsoft.com/office/drawing/2014/main" id="{9A263403-3271-4336-A35E-F73E0065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A1</a:t>
            </a:r>
          </a:p>
        </p:txBody>
      </p:sp>
      <p:sp>
        <p:nvSpPr>
          <p:cNvPr id="6" name="seat-0-1">
            <a:extLst xmlns:a="http://schemas.openxmlformats.org/drawingml/2006/main">
              <a:ext uri="{FF2B5EF4-FFF2-40B4-BE49-F238E27FC236}">
                <a16:creationId xmlns:a16="http://schemas.microsoft.com/office/drawing/2014/main" id="{55837C5C-D0EE-4924-A14E-162E2365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19375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seat-label-0-1">
            <a:extLst xmlns:a="http://schemas.openxmlformats.org/drawingml/2006/main">
              <a:ext uri="{FF2B5EF4-FFF2-40B4-BE49-F238E27FC236}">
                <a16:creationId xmlns:a16="http://schemas.microsoft.com/office/drawing/2014/main" id="{71B56748-AC62-4D29-9853-B3A8129F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622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A2</a:t>
            </a:r>
          </a:p>
        </p:txBody>
      </p:sp>
      <p:sp>
        <p:nvSpPr>
          <p:cNvPr id="8" name="seat-0-2">
            <a:extLst xmlns:a="http://schemas.openxmlformats.org/drawingml/2006/main">
              <a:ext uri="{FF2B5EF4-FFF2-40B4-BE49-F238E27FC236}">
                <a16:creationId xmlns:a16="http://schemas.microsoft.com/office/drawing/2014/main" id="{F026B213-9B7A-42AF-B1B7-B7ACAAD2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19375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9" name="seat-label-0-2">
            <a:extLst xmlns:a="http://schemas.openxmlformats.org/drawingml/2006/main">
              <a:ext uri="{FF2B5EF4-FFF2-40B4-BE49-F238E27FC236}">
                <a16:creationId xmlns:a16="http://schemas.microsoft.com/office/drawing/2014/main" id="{3F4FEEF6-6BAF-4557-B893-48BC97F5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A3</a:t>
            </a:r>
          </a:p>
        </p:txBody>
      </p:sp>
      <p:sp>
        <p:nvSpPr>
          <p:cNvPr id="10" name="seat-0-3">
            <a:extLst xmlns:a="http://schemas.openxmlformats.org/drawingml/2006/main">
              <a:ext uri="{FF2B5EF4-FFF2-40B4-BE49-F238E27FC236}">
                <a16:creationId xmlns:a16="http://schemas.microsoft.com/office/drawing/2014/main" id="{C29D4447-7780-4A99-8351-BC835DD3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19375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1" name="seat-label-0-3">
            <a:extLst xmlns:a="http://schemas.openxmlformats.org/drawingml/2006/main">
              <a:ext uri="{FF2B5EF4-FFF2-40B4-BE49-F238E27FC236}">
                <a16:creationId xmlns:a16="http://schemas.microsoft.com/office/drawing/2014/main" id="{0B2BCC4C-D7C9-4CCF-92C8-8245F07C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622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A4</a:t>
            </a:r>
          </a:p>
        </p:txBody>
      </p:sp>
      <p:sp>
        <p:nvSpPr>
          <p:cNvPr id="12" name="seat-1-0">
            <a:extLst xmlns:a="http://schemas.openxmlformats.org/drawingml/2006/main">
              <a:ext uri="{FF2B5EF4-FFF2-40B4-BE49-F238E27FC236}">
                <a16:creationId xmlns:a16="http://schemas.microsoft.com/office/drawing/2014/main" id="{FCA7C727-9F51-4F0D-A627-5B75F7E6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3" name="seat-label-1-0">
            <a:extLst xmlns:a="http://schemas.openxmlformats.org/drawingml/2006/main">
              <a:ext uri="{FF2B5EF4-FFF2-40B4-BE49-F238E27FC236}">
                <a16:creationId xmlns:a16="http://schemas.microsoft.com/office/drawing/2014/main" id="{9EEB4EC6-FF5A-4B69-B961-181A9AB7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B1</a:t>
            </a:r>
          </a:p>
        </p:txBody>
      </p:sp>
      <p:sp>
        <p:nvSpPr>
          <p:cNvPr id="14" name="seat-1-1">
            <a:extLst xmlns:a="http://schemas.openxmlformats.org/drawingml/2006/main">
              <a:ext uri="{FF2B5EF4-FFF2-40B4-BE49-F238E27FC236}">
                <a16:creationId xmlns:a16="http://schemas.microsoft.com/office/drawing/2014/main" id="{5C8237D0-1F14-4702-B5A6-44745F21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476625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5" name="seat-label-1-1">
            <a:extLst xmlns:a="http://schemas.openxmlformats.org/drawingml/2006/main">
              <a:ext uri="{FF2B5EF4-FFF2-40B4-BE49-F238E27FC236}">
                <a16:creationId xmlns:a16="http://schemas.microsoft.com/office/drawing/2014/main" id="{898F42DA-095D-44EE-A5BD-5013D687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195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B2</a:t>
            </a:r>
          </a:p>
        </p:txBody>
      </p:sp>
      <p:sp>
        <p:nvSpPr>
          <p:cNvPr id="16" name="seat-1-2">
            <a:extLst xmlns:a="http://schemas.openxmlformats.org/drawingml/2006/main">
              <a:ext uri="{FF2B5EF4-FFF2-40B4-BE49-F238E27FC236}">
                <a16:creationId xmlns:a16="http://schemas.microsoft.com/office/drawing/2014/main" id="{BE8A760E-E9BC-46F1-AEA8-25600787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7" name="seat-label-1-2">
            <a:extLst xmlns:a="http://schemas.openxmlformats.org/drawingml/2006/main">
              <a:ext uri="{FF2B5EF4-FFF2-40B4-BE49-F238E27FC236}">
                <a16:creationId xmlns:a16="http://schemas.microsoft.com/office/drawing/2014/main" id="{8AF8E89C-3BE9-48D9-BB12-2665B03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B3</a:t>
            </a:r>
          </a:p>
        </p:txBody>
      </p:sp>
      <p:sp>
        <p:nvSpPr>
          <p:cNvPr id="18" name="seat-1-3">
            <a:extLst xmlns:a="http://schemas.openxmlformats.org/drawingml/2006/main">
              <a:ext uri="{FF2B5EF4-FFF2-40B4-BE49-F238E27FC236}">
                <a16:creationId xmlns:a16="http://schemas.microsoft.com/office/drawing/2014/main" id="{D31AA4DD-727C-43DE-97FB-EFBB8913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6625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9" name="seat-label-1-3">
            <a:extLst xmlns:a="http://schemas.openxmlformats.org/drawingml/2006/main">
              <a:ext uri="{FF2B5EF4-FFF2-40B4-BE49-F238E27FC236}">
                <a16:creationId xmlns:a16="http://schemas.microsoft.com/office/drawing/2014/main" id="{D8706874-2F3A-409D-9EFD-356D068B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195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B4</a:t>
            </a:r>
          </a:p>
        </p:txBody>
      </p:sp>
      <p:sp>
        <p:nvSpPr>
          <p:cNvPr id="20" name="seat-2-0">
            <a:extLst xmlns:a="http://schemas.openxmlformats.org/drawingml/2006/main">
              <a:ext uri="{FF2B5EF4-FFF2-40B4-BE49-F238E27FC236}">
                <a16:creationId xmlns:a16="http://schemas.microsoft.com/office/drawing/2014/main" id="{635260E5-9690-4994-BDB5-E766C81B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1" name="seat-label-2-0">
            <a:extLst xmlns:a="http://schemas.openxmlformats.org/drawingml/2006/main">
              <a:ext uri="{FF2B5EF4-FFF2-40B4-BE49-F238E27FC236}">
                <a16:creationId xmlns:a16="http://schemas.microsoft.com/office/drawing/2014/main" id="{9D3060B4-DB25-447D-8087-FEA6CC7E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C1</a:t>
            </a:r>
          </a:p>
        </p:txBody>
      </p:sp>
      <p:sp>
        <p:nvSpPr>
          <p:cNvPr id="22" name="seat-2-1">
            <a:extLst xmlns:a="http://schemas.openxmlformats.org/drawingml/2006/main">
              <a:ext uri="{FF2B5EF4-FFF2-40B4-BE49-F238E27FC236}">
                <a16:creationId xmlns:a16="http://schemas.microsoft.com/office/drawing/2014/main" id="{0B7E8C31-3330-4CDD-8E6A-E765B494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33875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3" name="seat-label-2-1">
            <a:extLst xmlns:a="http://schemas.openxmlformats.org/drawingml/2006/main">
              <a:ext uri="{FF2B5EF4-FFF2-40B4-BE49-F238E27FC236}">
                <a16:creationId xmlns:a16="http://schemas.microsoft.com/office/drawing/2014/main" id="{D12618A4-0CD5-4775-8E10-1C292E7E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767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C2</a:t>
            </a:r>
          </a:p>
        </p:txBody>
      </p:sp>
      <p:sp>
        <p:nvSpPr>
          <p:cNvPr id="24" name="seat-2-2">
            <a:extLst xmlns:a="http://schemas.openxmlformats.org/drawingml/2006/main">
              <a:ext uri="{FF2B5EF4-FFF2-40B4-BE49-F238E27FC236}">
                <a16:creationId xmlns:a16="http://schemas.microsoft.com/office/drawing/2014/main" id="{4DF2E43D-3182-4AB3-AF47-1916927F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33875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5" name="seat-label-2-2">
            <a:extLst xmlns:a="http://schemas.openxmlformats.org/drawingml/2006/main">
              <a:ext uri="{FF2B5EF4-FFF2-40B4-BE49-F238E27FC236}">
                <a16:creationId xmlns:a16="http://schemas.microsoft.com/office/drawing/2014/main" id="{CA3935DE-8C0A-4B0C-BD9D-2E7B4499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C3</a:t>
            </a:r>
          </a:p>
        </p:txBody>
      </p:sp>
      <p:sp>
        <p:nvSpPr>
          <p:cNvPr id="26" name="seat-2-3">
            <a:extLst xmlns:a="http://schemas.openxmlformats.org/drawingml/2006/main">
              <a:ext uri="{FF2B5EF4-FFF2-40B4-BE49-F238E27FC236}">
                <a16:creationId xmlns:a16="http://schemas.microsoft.com/office/drawing/2014/main" id="{03B152AC-B1BD-46BB-84CC-F6179642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33875"/>
            <a:ext cx="1047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7" name="seat-label-2-3">
            <a:extLst xmlns:a="http://schemas.openxmlformats.org/drawingml/2006/main">
              <a:ext uri="{FF2B5EF4-FFF2-40B4-BE49-F238E27FC236}">
                <a16:creationId xmlns:a16="http://schemas.microsoft.com/office/drawing/2014/main" id="{120149E2-4003-4B15-9D31-AC3F81CB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4767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C4</a:t>
            </a:r>
          </a:p>
        </p:txBody>
      </p:sp>
      <p:sp>
        <p:nvSpPr>
          <p:cNvPr id="28" name="nested-loop-bg">
            <a:extLst xmlns:a="http://schemas.openxmlformats.org/drawingml/2006/main">
              <a:ext uri="{FF2B5EF4-FFF2-40B4-BE49-F238E27FC236}">
                <a16:creationId xmlns:a16="http://schemas.microsoft.com/office/drawing/2014/main" id="{00D80783-0651-4B73-A06C-1DAC27F6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2385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29" name="nested-loop-text">
            <a:extLst xmlns:a="http://schemas.openxmlformats.org/drawingml/2006/main">
              <a:ext uri="{FF2B5EF4-FFF2-40B4-BE49-F238E27FC236}">
                <a16:creationId xmlns:a16="http://schemas.microsoft.com/office/drawing/2014/main" id="{78E50251-125F-4989-AD1A-4DABE0BC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76550"/>
            <a:ext cx="27622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for baris in denah: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for kursi in baris: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baca(kursi)</a:t>
            </a:r>
          </a:p>
        </p:txBody>
      </p:sp>
      <p:sp>
        <p:nvSpPr>
          <p:cNvPr id="30" name="nested-loop-note">
            <a:extLst xmlns:a="http://schemas.openxmlformats.org/drawingml/2006/main">
              <a:ext uri="{FF2B5EF4-FFF2-40B4-BE49-F238E27FC236}">
                <a16:creationId xmlns:a16="http://schemas.microsoft.com/office/drawing/2014/main" id="{2530AAEE-9B80-404F-BFDB-E238AAC6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816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kursi dikunjungi satu kali oleh loop bagian dalam.</a:t>
            </a:r>
          </a:p>
        </p:txBody>
      </p:sp>
    </p:spTree>
    <p:extLst>
      <p:ext uri="{BB962C8B-B14F-4D97-AF65-F5344CB8AC3E}">
        <p14:creationId xmlns:p14="http://schemas.microsoft.com/office/powerpoint/2010/main" val="6879923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D9DDD4-967C-4119-8549-9E89CACE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break dan continue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2701763-02D7-4A97-8427-1FF338CB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Keduanya mengubah alur loop, tetapi pada titik yang berbeda.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45F232B-5BE3-4D3D-991C-68A23E64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loop-control-head-bg">
            <a:extLst xmlns:a="http://schemas.openxmlformats.org/drawingml/2006/main">
              <a:ext uri="{FF2B5EF4-FFF2-40B4-BE49-F238E27FC236}">
                <a16:creationId xmlns:a16="http://schemas.microsoft.com/office/drawing/2014/main" id="{9C05F886-415D-4357-8BEA-4A91D3C7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9858375" cy="857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loop-control-r0-c0">
            <a:extLst xmlns:a="http://schemas.openxmlformats.org/drawingml/2006/main">
              <a:ext uri="{FF2B5EF4-FFF2-40B4-BE49-F238E27FC236}">
                <a16:creationId xmlns:a16="http://schemas.microsoft.com/office/drawing/2014/main" id="{01F969B4-13F5-4378-A205-EF302603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90825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Instruksi</a:t>
            </a:r>
          </a:p>
        </p:txBody>
      </p:sp>
      <p:sp>
        <p:nvSpPr>
          <p:cNvPr id="6" name="loop-control-r0-c1">
            <a:extLst xmlns:a="http://schemas.openxmlformats.org/drawingml/2006/main">
              <a:ext uri="{FF2B5EF4-FFF2-40B4-BE49-F238E27FC236}">
                <a16:creationId xmlns:a16="http://schemas.microsoft.com/office/drawing/2014/main" id="{33B46BB6-1734-4638-895E-B4F2E036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90825"/>
            <a:ext cx="3533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Pengaruh</a:t>
            </a:r>
          </a:p>
        </p:txBody>
      </p:sp>
      <p:sp>
        <p:nvSpPr>
          <p:cNvPr id="7" name="loop-control-v0-1">
            <a:extLst xmlns:a="http://schemas.openxmlformats.org/drawingml/2006/main">
              <a:ext uri="{FF2B5EF4-FFF2-40B4-BE49-F238E27FC236}">
                <a16:creationId xmlns:a16="http://schemas.microsoft.com/office/drawing/2014/main" id="{1C9E2EA1-480E-4F91-92A0-4E734FC8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loop-control-r0-c2">
            <a:extLst xmlns:a="http://schemas.openxmlformats.org/drawingml/2006/main">
              <a:ext uri="{FF2B5EF4-FFF2-40B4-BE49-F238E27FC236}">
                <a16:creationId xmlns:a16="http://schemas.microsoft.com/office/drawing/2014/main" id="{A32CECC7-4143-4382-BFFD-63424982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90825"/>
            <a:ext cx="358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Contoh pemakaian</a:t>
            </a:r>
          </a:p>
        </p:txBody>
      </p:sp>
      <p:sp>
        <p:nvSpPr>
          <p:cNvPr id="9" name="loop-control-v0-2">
            <a:extLst xmlns:a="http://schemas.openxmlformats.org/drawingml/2006/main">
              <a:ext uri="{FF2B5EF4-FFF2-40B4-BE49-F238E27FC236}">
                <a16:creationId xmlns:a16="http://schemas.microsoft.com/office/drawing/2014/main" id="{2882E747-A2E6-4532-A615-3EBBF952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241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loop-control-r1-c0">
            <a:extLst xmlns:a="http://schemas.openxmlformats.org/drawingml/2006/main">
              <a:ext uri="{FF2B5EF4-FFF2-40B4-BE49-F238E27FC236}">
                <a16:creationId xmlns:a16="http://schemas.microsoft.com/office/drawing/2014/main" id="{7D3467DF-5838-496A-BBEC-971C677D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48075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break</a:t>
            </a:r>
          </a:p>
        </p:txBody>
      </p:sp>
      <p:sp>
        <p:nvSpPr>
          <p:cNvPr id="11" name="loop-control-r1-c1">
            <a:extLst xmlns:a="http://schemas.openxmlformats.org/drawingml/2006/main">
              <a:ext uri="{FF2B5EF4-FFF2-40B4-BE49-F238E27FC236}">
                <a16:creationId xmlns:a16="http://schemas.microsoft.com/office/drawing/2014/main" id="{22936EB8-8017-4A6F-BC14-A7942C93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48075"/>
            <a:ext cx="3533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Keluar dari loop saat ini</a:t>
            </a:r>
          </a:p>
        </p:txBody>
      </p:sp>
      <p:sp>
        <p:nvSpPr>
          <p:cNvPr id="12" name="loop-control-v1-1">
            <a:extLst xmlns:a="http://schemas.openxmlformats.org/drawingml/2006/main">
              <a:ext uri="{FF2B5EF4-FFF2-40B4-BE49-F238E27FC236}">
                <a16:creationId xmlns:a16="http://schemas.microsoft.com/office/drawing/2014/main" id="{AB18C437-EF36-4CDE-AAF6-5EA5AC89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loop-control-r1-c2">
            <a:extLst xmlns:a="http://schemas.openxmlformats.org/drawingml/2006/main">
              <a:ext uri="{FF2B5EF4-FFF2-40B4-BE49-F238E27FC236}">
                <a16:creationId xmlns:a16="http://schemas.microsoft.com/office/drawing/2014/main" id="{E124E93F-527C-4133-9E89-3F4A7137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48075"/>
            <a:ext cx="358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Hentikan layanan jika antrean berikutnya tak bisa dipenuhi</a:t>
            </a:r>
          </a:p>
        </p:txBody>
      </p:sp>
      <p:sp>
        <p:nvSpPr>
          <p:cNvPr id="14" name="loop-control-v1-2">
            <a:extLst xmlns:a="http://schemas.openxmlformats.org/drawingml/2006/main">
              <a:ext uri="{FF2B5EF4-FFF2-40B4-BE49-F238E27FC236}">
                <a16:creationId xmlns:a16="http://schemas.microsoft.com/office/drawing/2014/main" id="{572FA782-3721-4370-8B8E-C568B325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814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loop-control-h1">
            <a:extLst xmlns:a="http://schemas.openxmlformats.org/drawingml/2006/main">
              <a:ext uri="{FF2B5EF4-FFF2-40B4-BE49-F238E27FC236}">
                <a16:creationId xmlns:a16="http://schemas.microsoft.com/office/drawing/2014/main" id="{279A95FD-EEB5-498B-990D-ED4590EC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loop-control-band-2">
            <a:extLst xmlns:a="http://schemas.openxmlformats.org/drawingml/2006/main">
              <a:ext uri="{FF2B5EF4-FFF2-40B4-BE49-F238E27FC236}">
                <a16:creationId xmlns:a16="http://schemas.microsoft.com/office/drawing/2014/main" id="{9E4BDB16-24B6-45AB-9D75-935500B1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985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control-r2-c0">
            <a:extLst xmlns:a="http://schemas.openxmlformats.org/drawingml/2006/main">
              <a:ext uri="{FF2B5EF4-FFF2-40B4-BE49-F238E27FC236}">
                <a16:creationId xmlns:a16="http://schemas.microsoft.com/office/drawing/2014/main" id="{567DB67B-D277-4FF8-AD12-CB6B255B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05325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continue</a:t>
            </a:r>
          </a:p>
        </p:txBody>
      </p:sp>
      <p:sp>
        <p:nvSpPr>
          <p:cNvPr id="18" name="loop-control-r2-c1">
            <a:extLst xmlns:a="http://schemas.openxmlformats.org/drawingml/2006/main">
              <a:ext uri="{FF2B5EF4-FFF2-40B4-BE49-F238E27FC236}">
                <a16:creationId xmlns:a16="http://schemas.microsoft.com/office/drawing/2014/main" id="{5746D53E-9371-4A03-8B9C-EBD37F83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05325"/>
            <a:ext cx="3533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Lewati sisa iterasi ini</a:t>
            </a:r>
          </a:p>
        </p:txBody>
      </p:sp>
      <p:sp>
        <p:nvSpPr>
          <p:cNvPr id="19" name="loop-control-v2-1">
            <a:extLst xmlns:a="http://schemas.openxmlformats.org/drawingml/2006/main">
              <a:ext uri="{FF2B5EF4-FFF2-40B4-BE49-F238E27FC236}">
                <a16:creationId xmlns:a16="http://schemas.microsoft.com/office/drawing/2014/main" id="{403E063B-D1BF-4A7C-ABBD-0D6DD8F0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loop-control-r2-c2">
            <a:extLst xmlns:a="http://schemas.openxmlformats.org/drawingml/2006/main">
              <a:ext uri="{FF2B5EF4-FFF2-40B4-BE49-F238E27FC236}">
                <a16:creationId xmlns:a16="http://schemas.microsoft.com/office/drawing/2014/main" id="{A150205A-AA17-4895-9436-67F55927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05325"/>
            <a:ext cx="3581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Lewati transaksi batal saat menjumlahkan penjualan</a:t>
            </a:r>
          </a:p>
        </p:txBody>
      </p:sp>
      <p:sp>
        <p:nvSpPr>
          <p:cNvPr id="21" name="loop-control-v2-2">
            <a:extLst xmlns:a="http://schemas.openxmlformats.org/drawingml/2006/main">
              <a:ext uri="{FF2B5EF4-FFF2-40B4-BE49-F238E27FC236}">
                <a16:creationId xmlns:a16="http://schemas.microsoft.com/office/drawing/2014/main" id="{0330881D-BA22-4228-9B22-D18599A0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386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loop-control-h2">
            <a:extLst xmlns:a="http://schemas.openxmlformats.org/drawingml/2006/main">
              <a:ext uri="{FF2B5EF4-FFF2-40B4-BE49-F238E27FC236}">
                <a16:creationId xmlns:a16="http://schemas.microsoft.com/office/drawing/2014/main" id="{BA8F1F0A-766D-4E18-92A5-FA5C0C9D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loop-control-key">
            <a:extLst xmlns:a="http://schemas.openxmlformats.org/drawingml/2006/main">
              <a:ext uri="{FF2B5EF4-FFF2-40B4-BE49-F238E27FC236}">
                <a16:creationId xmlns:a16="http://schemas.microsoft.com/office/drawing/2014/main" id="{62BDCB31-BEE4-49F3-AA33-219232E8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619750"/>
            <a:ext cx="51435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4" name="loop-control-key-text">
            <a:extLst xmlns:a="http://schemas.openxmlformats.org/drawingml/2006/main">
              <a:ext uri="{FF2B5EF4-FFF2-40B4-BE49-F238E27FC236}">
                <a16:creationId xmlns:a16="http://schemas.microsoft.com/office/drawing/2014/main" id="{D5CA8696-EFC2-40E4-BFFC-15C0B46D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810250"/>
            <a:ext cx="4629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break berhenti    continue melewati satu putaran</a:t>
            </a:r>
          </a:p>
        </p:txBody>
      </p:sp>
    </p:spTree>
    <p:extLst>
      <p:ext uri="{BB962C8B-B14F-4D97-AF65-F5344CB8AC3E}">
        <p14:creationId xmlns:p14="http://schemas.microsoft.com/office/powerpoint/2010/main" val="15196425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9C1EBB-B9CF-435E-A54C-E1DC9AD5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dan parameter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69147D9-3A29-498F-BF6E-BE9C954D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Parameter adalah nama input pada definisi. Argument adalah nilai saat pemanggilan.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4825843-9C64-457B-AB0E-C803B2CD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function-example-bg">
            <a:extLst xmlns:a="http://schemas.openxmlformats.org/drawingml/2006/main">
              <a:ext uri="{FF2B5EF4-FFF2-40B4-BE49-F238E27FC236}">
                <a16:creationId xmlns:a16="http://schemas.microsoft.com/office/drawing/2014/main" id="{10FEA589-D0EC-4260-BC43-A8D07496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9055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function-example-text">
            <a:extLst xmlns:a="http://schemas.openxmlformats.org/drawingml/2006/main">
              <a:ext uri="{FF2B5EF4-FFF2-40B4-BE49-F238E27FC236}">
                <a16:creationId xmlns:a16="http://schemas.microsoft.com/office/drawing/2014/main" id="{EA7E1435-09AD-4564-9F22-37708CEA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81300"/>
            <a:ext cx="54292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ringkasan(nilai, batas_lulus):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nilai &gt;= batas_lulus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lulus = ringkasan(82, 75)</a:t>
            </a:r>
          </a:p>
        </p:txBody>
      </p:sp>
      <p:sp>
        <p:nvSpPr>
          <p:cNvPr id="6" name="function-map">
            <a:extLst xmlns:a="http://schemas.openxmlformats.org/drawingml/2006/main">
              <a:ext uri="{FF2B5EF4-FFF2-40B4-BE49-F238E27FC236}">
                <a16:creationId xmlns:a16="http://schemas.microsoft.com/office/drawing/2014/main" id="{54051A54-6D9A-49E4-955C-ECD49B80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09875"/>
            <a:ext cx="3095625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param-title">
            <a:extLst xmlns:a="http://schemas.openxmlformats.org/drawingml/2006/main">
              <a:ext uri="{FF2B5EF4-FFF2-40B4-BE49-F238E27FC236}">
                <a16:creationId xmlns:a16="http://schemas.microsoft.com/office/drawing/2014/main" id="{38905E98-9517-446B-A82D-B4A2927D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6575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Input function</a:t>
            </a:r>
          </a:p>
        </p:txBody>
      </p:sp>
      <p:sp>
        <p:nvSpPr>
          <p:cNvPr id="8" name="param-body">
            <a:extLst xmlns:a="http://schemas.openxmlformats.org/drawingml/2006/main">
              <a:ext uri="{FF2B5EF4-FFF2-40B4-BE49-F238E27FC236}">
                <a16:creationId xmlns:a16="http://schemas.microsoft.com/office/drawing/2014/main" id="{CAC3D26A-405C-4993-95D8-2A23091B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261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parameter: nilai, batas_lulus</a:t>
            </a:r>
          </a:p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argument: 82, 75</a:t>
            </a:r>
          </a:p>
        </p:txBody>
      </p:sp>
      <p:sp>
        <p:nvSpPr>
          <p:cNvPr id="9" name="function-purpose">
            <a:extLst xmlns:a="http://schemas.openxmlformats.org/drawingml/2006/main">
              <a:ext uri="{FF2B5EF4-FFF2-40B4-BE49-F238E27FC236}">
                <a16:creationId xmlns:a16="http://schemas.microsoft.com/office/drawing/2014/main" id="{612C2A88-D0C5-4BC3-AC49-F9C9A640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91150"/>
            <a:ext cx="923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Satu aturan dapat dipakai ulang untuk data atau batas yang berbeda.</a:t>
            </a:r>
          </a:p>
        </p:txBody>
      </p:sp>
    </p:spTree>
    <p:extLst>
      <p:ext uri="{BB962C8B-B14F-4D97-AF65-F5344CB8AC3E}">
        <p14:creationId xmlns:p14="http://schemas.microsoft.com/office/powerpoint/2010/main" val="6011095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0FC767-A57C-48BD-92E9-D8307700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print dan return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6ED23BB-B863-46BC-9021-2FB7BEDD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print menampilkan nilai. return mengirim nilai kembali kepada pemanggil.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950E83F-8BB9-4ED7-B8E8-405DE354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print-versus-return-bg">
            <a:extLst xmlns:a="http://schemas.openxmlformats.org/drawingml/2006/main">
              <a:ext uri="{FF2B5EF4-FFF2-40B4-BE49-F238E27FC236}">
                <a16:creationId xmlns:a16="http://schemas.microsoft.com/office/drawing/2014/main" id="{687906FA-2281-499D-835D-D1CC2DC7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5000625" cy="2571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print-versus-return-text">
            <a:extLst xmlns:a="http://schemas.openxmlformats.org/drawingml/2006/main">
              <a:ext uri="{FF2B5EF4-FFF2-40B4-BE49-F238E27FC236}">
                <a16:creationId xmlns:a16="http://schemas.microsoft.com/office/drawing/2014/main" id="{55089A38-8F7B-4504-81B7-D641C041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45243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cetak_total(data):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print(sum(data))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hitung_total(data):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sum(data)</a:t>
            </a:r>
          </a:p>
        </p:txBody>
      </p:sp>
      <p:sp>
        <p:nvSpPr>
          <p:cNvPr id="6" name="display-panel">
            <a:extLst xmlns:a="http://schemas.openxmlformats.org/drawingml/2006/main">
              <a:ext uri="{FF2B5EF4-FFF2-40B4-BE49-F238E27FC236}">
                <a16:creationId xmlns:a16="http://schemas.microsoft.com/office/drawing/2014/main" id="{3AFB28F7-BF34-4DF7-A44C-EC673327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14625"/>
            <a:ext cx="3571875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display-head">
            <a:extLst xmlns:a="http://schemas.openxmlformats.org/drawingml/2006/main">
              <a:ext uri="{FF2B5EF4-FFF2-40B4-BE49-F238E27FC236}">
                <a16:creationId xmlns:a16="http://schemas.microsoft.com/office/drawing/2014/main" id="{0C833859-D430-4DD2-A179-C520C006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47975"/>
            <a:ext cx="3152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print(...)</a:t>
            </a:r>
          </a:p>
        </p:txBody>
      </p:sp>
      <p:sp>
        <p:nvSpPr>
          <p:cNvPr id="8" name="display-body">
            <a:extLst xmlns:a="http://schemas.openxmlformats.org/drawingml/2006/main">
              <a:ext uri="{FF2B5EF4-FFF2-40B4-BE49-F238E27FC236}">
                <a16:creationId xmlns:a16="http://schemas.microsoft.com/office/drawing/2014/main" id="{090D9AEC-6CD1-41D5-9A9D-46EFD949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00400"/>
            <a:ext cx="3152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 terlihat di output.</a:t>
            </a:r>
          </a:p>
        </p:txBody>
      </p:sp>
      <p:sp>
        <p:nvSpPr>
          <p:cNvPr id="9" name="return-panel">
            <a:extLst xmlns:a="http://schemas.openxmlformats.org/drawingml/2006/main">
              <a:ext uri="{FF2B5EF4-FFF2-40B4-BE49-F238E27FC236}">
                <a16:creationId xmlns:a16="http://schemas.microsoft.com/office/drawing/2014/main" id="{7A77AB0B-D4CB-4318-81EA-F4B3E66E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3571875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0" name="return-head">
            <a:extLst xmlns:a="http://schemas.openxmlformats.org/drawingml/2006/main">
              <a:ext uri="{FF2B5EF4-FFF2-40B4-BE49-F238E27FC236}">
                <a16:creationId xmlns:a16="http://schemas.microsoft.com/office/drawing/2014/main" id="{B7954F15-0318-46ED-994B-E83377B5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133850"/>
            <a:ext cx="3152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return</a:t>
            </a:r>
          </a:p>
        </p:txBody>
      </p:sp>
      <p:sp>
        <p:nvSpPr>
          <p:cNvPr id="11" name="return-body">
            <a:extLst xmlns:a="http://schemas.openxmlformats.org/drawingml/2006/main">
              <a:ext uri="{FF2B5EF4-FFF2-40B4-BE49-F238E27FC236}">
                <a16:creationId xmlns:a16="http://schemas.microsoft.com/office/drawing/2014/main" id="{B16D58E5-8069-451B-95CE-9F54CC7C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86275"/>
            <a:ext cx="3152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5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 dapat disimpan atau dipakai lagi.</a:t>
            </a:r>
          </a:p>
        </p:txBody>
      </p:sp>
      <p:sp>
        <p:nvSpPr>
          <p:cNvPr id="12" name="none-note">
            <a:extLst xmlns:a="http://schemas.openxmlformats.org/drawingml/2006/main">
              <a:ext uri="{FF2B5EF4-FFF2-40B4-BE49-F238E27FC236}">
                <a16:creationId xmlns:a16="http://schemas.microsoft.com/office/drawing/2014/main" id="{01322523-AEAD-4E9D-BA95-E4DD7D80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Function tanpa return eksplisit mengembalikan None.</a:t>
            </a:r>
          </a:p>
        </p:txBody>
      </p:sp>
    </p:spTree>
    <p:extLst>
      <p:ext uri="{BB962C8B-B14F-4D97-AF65-F5344CB8AC3E}">
        <p14:creationId xmlns:p14="http://schemas.microsoft.com/office/powerpoint/2010/main" val="16330399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EE45EE-1A0E-4ECE-A5CA-601B1142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Recursion dan base case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D9E9D85-2712-4D34-96AB-F446630D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Function rekursif memanggil dirinya untuk masalah yang lebih kecil.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C7D3735-F63D-411D-B389-225E89AE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fibonacci-bg">
            <a:extLst xmlns:a="http://schemas.openxmlformats.org/drawingml/2006/main">
              <a:ext uri="{FF2B5EF4-FFF2-40B4-BE49-F238E27FC236}">
                <a16:creationId xmlns:a16="http://schemas.microsoft.com/office/drawing/2014/main" id="{B0617D2C-B589-4EA3-8829-045791D7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4191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fibonacci-text">
            <a:extLst xmlns:a="http://schemas.openxmlformats.org/drawingml/2006/main">
              <a:ext uri="{FF2B5EF4-FFF2-40B4-BE49-F238E27FC236}">
                <a16:creationId xmlns:a16="http://schemas.microsoft.com/office/drawing/2014/main" id="{95AEBBF0-1222-4F04-8EE7-764921A2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28925"/>
            <a:ext cx="37147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fib(n):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if n == 0: return 0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if n == 1: return 1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fib(n-1) + fib(n-2)</a:t>
            </a:r>
          </a:p>
        </p:txBody>
      </p:sp>
      <p:sp>
        <p:nvSpPr>
          <p:cNvPr id="6" name="fib-0">
            <a:extLst xmlns:a="http://schemas.openxmlformats.org/drawingml/2006/main">
              <a:ext uri="{FF2B5EF4-FFF2-40B4-BE49-F238E27FC236}">
                <a16:creationId xmlns:a16="http://schemas.microsoft.com/office/drawing/2014/main" id="{CC9B43BE-A913-4CB2-A3CE-D0F81C66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895350" cy="11049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7" name="fib-name-0">
            <a:extLst xmlns:a="http://schemas.openxmlformats.org/drawingml/2006/main">
              <a:ext uri="{FF2B5EF4-FFF2-40B4-BE49-F238E27FC236}">
                <a16:creationId xmlns:a16="http://schemas.microsoft.com/office/drawing/2014/main" id="{30EED79F-8344-4029-8464-B39C2186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528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f(0)</a:t>
            </a:r>
          </a:p>
        </p:txBody>
      </p:sp>
      <p:sp>
        <p:nvSpPr>
          <p:cNvPr id="8" name="fib-value-0">
            <a:extLst xmlns:a="http://schemas.openxmlformats.org/drawingml/2006/main">
              <a:ext uri="{FF2B5EF4-FFF2-40B4-BE49-F238E27FC236}">
                <a16:creationId xmlns:a16="http://schemas.microsoft.com/office/drawing/2014/main" id="{C19F0883-1649-4D89-A4CC-6E17613F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0</a:t>
            </a:r>
          </a:p>
        </p:txBody>
      </p:sp>
      <p:sp>
        <p:nvSpPr>
          <p:cNvPr id="9" name="fib-1">
            <a:extLst xmlns:a="http://schemas.openxmlformats.org/drawingml/2006/main">
              <a:ext uri="{FF2B5EF4-FFF2-40B4-BE49-F238E27FC236}">
                <a16:creationId xmlns:a16="http://schemas.microsoft.com/office/drawing/2014/main" id="{4EFEAB3A-8441-44CE-B528-07821F44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895350" cy="11049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0" name="fib-name-1">
            <a:extLst xmlns:a="http://schemas.openxmlformats.org/drawingml/2006/main">
              <a:ext uri="{FF2B5EF4-FFF2-40B4-BE49-F238E27FC236}">
                <a16:creationId xmlns:a16="http://schemas.microsoft.com/office/drawing/2014/main" id="{1FA7B6C7-DEC0-49F4-B363-5A0D20EE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528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f(1)</a:t>
            </a:r>
          </a:p>
        </p:txBody>
      </p:sp>
      <p:sp>
        <p:nvSpPr>
          <p:cNvPr id="11" name="fib-value-1">
            <a:extLst xmlns:a="http://schemas.openxmlformats.org/drawingml/2006/main">
              <a:ext uri="{FF2B5EF4-FFF2-40B4-BE49-F238E27FC236}">
                <a16:creationId xmlns:a16="http://schemas.microsoft.com/office/drawing/2014/main" id="{0159C903-A763-4AA7-AEBE-F7B8BCB4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814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1</a:t>
            </a:r>
          </a:p>
        </p:txBody>
      </p:sp>
      <p:sp>
        <p:nvSpPr>
          <p:cNvPr id="12" name="fib-2">
            <a:extLst xmlns:a="http://schemas.openxmlformats.org/drawingml/2006/main">
              <a:ext uri="{FF2B5EF4-FFF2-40B4-BE49-F238E27FC236}">
                <a16:creationId xmlns:a16="http://schemas.microsoft.com/office/drawing/2014/main" id="{41C9133E-2D2B-4A3D-8E74-6603954E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71850"/>
            <a:ext cx="895350" cy="11049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3" name="fib-name-2">
            <a:extLst xmlns:a="http://schemas.openxmlformats.org/drawingml/2006/main">
              <a:ext uri="{FF2B5EF4-FFF2-40B4-BE49-F238E27FC236}">
                <a16:creationId xmlns:a16="http://schemas.microsoft.com/office/drawing/2014/main" id="{ECC88F8F-58F9-463C-A2B4-C6F62A78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528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f(2)</a:t>
            </a:r>
          </a:p>
        </p:txBody>
      </p:sp>
      <p:sp>
        <p:nvSpPr>
          <p:cNvPr id="14" name="fib-value-2">
            <a:extLst xmlns:a="http://schemas.openxmlformats.org/drawingml/2006/main">
              <a:ext uri="{FF2B5EF4-FFF2-40B4-BE49-F238E27FC236}">
                <a16:creationId xmlns:a16="http://schemas.microsoft.com/office/drawing/2014/main" id="{DADAC442-8A03-473A-B02E-EBB0C465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814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1</a:t>
            </a:r>
          </a:p>
        </p:txBody>
      </p:sp>
      <p:sp>
        <p:nvSpPr>
          <p:cNvPr id="15" name="fib-3">
            <a:extLst xmlns:a="http://schemas.openxmlformats.org/drawingml/2006/main">
              <a:ext uri="{FF2B5EF4-FFF2-40B4-BE49-F238E27FC236}">
                <a16:creationId xmlns:a16="http://schemas.microsoft.com/office/drawing/2014/main" id="{3D5CA055-C824-46C1-B7E3-E93E2A74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895350" cy="11049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6" name="fib-name-3">
            <a:extLst xmlns:a="http://schemas.openxmlformats.org/drawingml/2006/main">
              <a:ext uri="{FF2B5EF4-FFF2-40B4-BE49-F238E27FC236}">
                <a16:creationId xmlns:a16="http://schemas.microsoft.com/office/drawing/2014/main" id="{A63519B1-05DC-4548-8353-BD8A1BAC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528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f(3)</a:t>
            </a:r>
          </a:p>
        </p:txBody>
      </p:sp>
      <p:sp>
        <p:nvSpPr>
          <p:cNvPr id="17" name="fib-value-3">
            <a:extLst xmlns:a="http://schemas.openxmlformats.org/drawingml/2006/main">
              <a:ext uri="{FF2B5EF4-FFF2-40B4-BE49-F238E27FC236}">
                <a16:creationId xmlns:a16="http://schemas.microsoft.com/office/drawing/2014/main" id="{B0602F48-929A-4413-9B2D-6D8F34FC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814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2</a:t>
            </a:r>
          </a:p>
        </p:txBody>
      </p:sp>
      <p:sp>
        <p:nvSpPr>
          <p:cNvPr id="18" name="fib-4">
            <a:extLst xmlns:a="http://schemas.openxmlformats.org/drawingml/2006/main">
              <a:ext uri="{FF2B5EF4-FFF2-40B4-BE49-F238E27FC236}">
                <a16:creationId xmlns:a16="http://schemas.microsoft.com/office/drawing/2014/main" id="{CCAF9D49-7DAD-4857-A87F-82C7BF6E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71850"/>
            <a:ext cx="895350" cy="11049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9" name="fib-name-4">
            <a:extLst xmlns:a="http://schemas.openxmlformats.org/drawingml/2006/main">
              <a:ext uri="{FF2B5EF4-FFF2-40B4-BE49-F238E27FC236}">
                <a16:creationId xmlns:a16="http://schemas.microsoft.com/office/drawing/2014/main" id="{22BFE5BB-5438-4024-8196-303A9293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528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f(4)</a:t>
            </a:r>
          </a:p>
        </p:txBody>
      </p:sp>
      <p:sp>
        <p:nvSpPr>
          <p:cNvPr id="20" name="fib-value-4">
            <a:extLst xmlns:a="http://schemas.openxmlformats.org/drawingml/2006/main">
              <a:ext uri="{FF2B5EF4-FFF2-40B4-BE49-F238E27FC236}">
                <a16:creationId xmlns:a16="http://schemas.microsoft.com/office/drawing/2014/main" id="{B349E4BB-6F2C-4A64-801A-CE011C77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814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3</a:t>
            </a:r>
          </a:p>
        </p:txBody>
      </p:sp>
      <p:sp>
        <p:nvSpPr>
          <p:cNvPr id="21" name="base-case-note">
            <a:extLst xmlns:a="http://schemas.openxmlformats.org/drawingml/2006/main">
              <a:ext uri="{FF2B5EF4-FFF2-40B4-BE49-F238E27FC236}">
                <a16:creationId xmlns:a16="http://schemas.microsoft.com/office/drawing/2014/main" id="{1F028AF4-8AFF-4E89-AA5F-981CF690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863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f(0) dan f(1) menghentikan pemanggilan berulang.</a:t>
            </a:r>
          </a:p>
        </p:txBody>
      </p:sp>
    </p:spTree>
    <p:extLst>
      <p:ext uri="{BB962C8B-B14F-4D97-AF65-F5344CB8AC3E}">
        <p14:creationId xmlns:p14="http://schemas.microsoft.com/office/powerpoint/2010/main" val="506092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0D959C-C51B-43D2-A55B-9A403618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Mean dan median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36B52F-9F93-44FA-B52D-D6C0210F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Mean memakai seluruh nilai. Median adalah nilai tengah setelah data diurutkan.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CF43F7F-A310-42A6-B973-551C4557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mean-value-0">
            <a:extLst xmlns:a="http://schemas.openxmlformats.org/drawingml/2006/main">
              <a:ext uri="{FF2B5EF4-FFF2-40B4-BE49-F238E27FC236}">
                <a16:creationId xmlns:a16="http://schemas.microsoft.com/office/drawing/2014/main" id="{78D18B7A-50A1-4408-B9E6-65691F0B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00350"/>
            <a:ext cx="1066800" cy="7143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mean-v-0">
            <a:extLst xmlns:a="http://schemas.openxmlformats.org/drawingml/2006/main">
              <a:ext uri="{FF2B5EF4-FFF2-40B4-BE49-F238E27FC236}">
                <a16:creationId xmlns:a16="http://schemas.microsoft.com/office/drawing/2014/main" id="{CA642FB4-07D4-4FBB-BC97-1F545401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908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8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6" name="mean-value-1">
            <a:extLst xmlns:a="http://schemas.openxmlformats.org/drawingml/2006/main">
              <a:ext uri="{FF2B5EF4-FFF2-40B4-BE49-F238E27FC236}">
                <a16:creationId xmlns:a16="http://schemas.microsoft.com/office/drawing/2014/main" id="{8273929C-B620-414F-AE7F-4C3A7DE0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00350"/>
            <a:ext cx="1066800" cy="7143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mean-v-1">
            <a:extLst xmlns:a="http://schemas.openxmlformats.org/drawingml/2006/main">
              <a:ext uri="{FF2B5EF4-FFF2-40B4-BE49-F238E27FC236}">
                <a16:creationId xmlns:a16="http://schemas.microsoft.com/office/drawing/2014/main" id="{F4BDDE54-40C1-49C3-B976-B20BB15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908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8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8" name="mean-value-2">
            <a:extLst xmlns:a="http://schemas.openxmlformats.org/drawingml/2006/main">
              <a:ext uri="{FF2B5EF4-FFF2-40B4-BE49-F238E27FC236}">
                <a16:creationId xmlns:a16="http://schemas.microsoft.com/office/drawing/2014/main" id="{A3C2FB18-5910-45D6-B6F4-D463912E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00350"/>
            <a:ext cx="1066800" cy="7143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9" name="mean-v-2">
            <a:extLst xmlns:a="http://schemas.openxmlformats.org/drawingml/2006/main">
              <a:ext uri="{FF2B5EF4-FFF2-40B4-BE49-F238E27FC236}">
                <a16:creationId xmlns:a16="http://schemas.microsoft.com/office/drawing/2014/main" id="{071DA8CE-F2B9-4CDA-AB57-46F24491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908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8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</a:t>
            </a:r>
          </a:p>
        </p:txBody>
      </p:sp>
      <p:sp>
        <p:nvSpPr>
          <p:cNvPr id="10" name="mean-panel">
            <a:extLst xmlns:a="http://schemas.openxmlformats.org/drawingml/2006/main">
              <a:ext uri="{FF2B5EF4-FFF2-40B4-BE49-F238E27FC236}">
                <a16:creationId xmlns:a16="http://schemas.microsoft.com/office/drawing/2014/main" id="{60F9D172-160B-4760-8790-52AED0BB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4095750" cy="1304925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1" name="mean-head">
            <a:extLst xmlns:a="http://schemas.openxmlformats.org/drawingml/2006/main">
              <a:ext uri="{FF2B5EF4-FFF2-40B4-BE49-F238E27FC236}">
                <a16:creationId xmlns:a16="http://schemas.microsoft.com/office/drawing/2014/main" id="{918F2064-8040-4B55-BC3E-35EE32DA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3385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Mean</a:t>
            </a:r>
          </a:p>
        </p:txBody>
      </p:sp>
      <p:sp>
        <p:nvSpPr>
          <p:cNvPr id="12" name="mean-body">
            <a:extLst xmlns:a="http://schemas.openxmlformats.org/drawingml/2006/main">
              <a:ext uri="{FF2B5EF4-FFF2-40B4-BE49-F238E27FC236}">
                <a16:creationId xmlns:a16="http://schemas.microsoft.com/office/drawing/2014/main" id="{F1517FDF-35C7-48C4-B0B9-CCAE1400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86275"/>
            <a:ext cx="3676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(2 + 4 + 6) / 3 = 4</a:t>
            </a:r>
          </a:p>
        </p:txBody>
      </p:sp>
      <p:sp>
        <p:nvSpPr>
          <p:cNvPr id="13" name="median-panel">
            <a:extLst xmlns:a="http://schemas.openxmlformats.org/drawingml/2006/main">
              <a:ext uri="{FF2B5EF4-FFF2-40B4-BE49-F238E27FC236}">
                <a16:creationId xmlns:a16="http://schemas.microsoft.com/office/drawing/2014/main" id="{AACEBD90-EC48-4D41-B06E-E19A1608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4095750" cy="1304925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4" name="median-head">
            <a:extLst xmlns:a="http://schemas.openxmlformats.org/drawingml/2006/main">
              <a:ext uri="{FF2B5EF4-FFF2-40B4-BE49-F238E27FC236}">
                <a16:creationId xmlns:a16="http://schemas.microsoft.com/office/drawing/2014/main" id="{5086DD60-A779-4A22-A458-5B774653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3385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Median</a:t>
            </a:r>
          </a:p>
        </p:txBody>
      </p:sp>
      <p:sp>
        <p:nvSpPr>
          <p:cNvPr id="15" name="median-body">
            <a:extLst xmlns:a="http://schemas.openxmlformats.org/drawingml/2006/main">
              <a:ext uri="{FF2B5EF4-FFF2-40B4-BE49-F238E27FC236}">
                <a16:creationId xmlns:a16="http://schemas.microsoft.com/office/drawing/2014/main" id="{8792FC3D-4B7B-47D3-9F04-010BCAE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486275"/>
            <a:ext cx="3676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Nilai di tengah = 4</a:t>
            </a:r>
          </a:p>
        </p:txBody>
      </p:sp>
      <p:sp>
        <p:nvSpPr>
          <p:cNvPr id="16" name="median-even">
            <a:extLst xmlns:a="http://schemas.openxmlformats.org/drawingml/2006/main">
              <a:ext uri="{FF2B5EF4-FFF2-40B4-BE49-F238E27FC236}">
                <a16:creationId xmlns:a16="http://schemas.microsoft.com/office/drawing/2014/main" id="{4724F510-8BBC-48DB-B748-8CCE187B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388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Untuk 2, 4, 6, 8, median = (4 + 6) / 2 = 5.</a:t>
            </a:r>
          </a:p>
        </p:txBody>
      </p:sp>
    </p:spTree>
    <p:extLst>
      <p:ext uri="{BB962C8B-B14F-4D97-AF65-F5344CB8AC3E}">
        <p14:creationId xmlns:p14="http://schemas.microsoft.com/office/powerpoint/2010/main" val="14842748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E05C09-5BEE-4A14-9973-DC7595D6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Mode dan range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49577B-36A5-4677-9E5E-6465FD61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Mode menunjukkan nilai yang paling sering muncul. Range merentang dari minimum ke maksimum.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881F591-777A-4CC1-A24E-6A0C0F51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mode-values-head-bg">
            <a:extLst xmlns:a="http://schemas.openxmlformats.org/drawingml/2006/main">
              <a:ext uri="{FF2B5EF4-FFF2-40B4-BE49-F238E27FC236}">
                <a16:creationId xmlns:a16="http://schemas.microsoft.com/office/drawing/2014/main" id="{FC13E9B3-36FD-47AB-91A9-61680935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81915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mode-values-r0-c0">
            <a:extLst xmlns:a="http://schemas.openxmlformats.org/drawingml/2006/main">
              <a:ext uri="{FF2B5EF4-FFF2-40B4-BE49-F238E27FC236}">
                <a16:creationId xmlns:a16="http://schemas.microsoft.com/office/drawing/2014/main" id="{C76C26E7-9CE8-42D4-9C17-8EB9B3AE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71775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Nilai</a:t>
            </a:r>
          </a:p>
        </p:txBody>
      </p:sp>
      <p:sp>
        <p:nvSpPr>
          <p:cNvPr id="6" name="mode-values-r0-c1">
            <a:extLst xmlns:a="http://schemas.openxmlformats.org/drawingml/2006/main">
              <a:ext uri="{FF2B5EF4-FFF2-40B4-BE49-F238E27FC236}">
                <a16:creationId xmlns:a16="http://schemas.microsoft.com/office/drawing/2014/main" id="{F0AED3C1-6792-4622-BBE1-EB237AB0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71775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Frekuensi</a:t>
            </a:r>
          </a:p>
        </p:txBody>
      </p:sp>
      <p:sp>
        <p:nvSpPr>
          <p:cNvPr id="7" name="mode-values-v0-1">
            <a:extLst xmlns:a="http://schemas.openxmlformats.org/drawingml/2006/main">
              <a:ext uri="{FF2B5EF4-FFF2-40B4-BE49-F238E27FC236}">
                <a16:creationId xmlns:a16="http://schemas.microsoft.com/office/drawing/2014/main" id="{E1901C8E-1CB0-42CF-9C3A-5C849119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0510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mode-values-r0-c2">
            <a:extLst xmlns:a="http://schemas.openxmlformats.org/drawingml/2006/main">
              <a:ext uri="{FF2B5EF4-FFF2-40B4-BE49-F238E27FC236}">
                <a16:creationId xmlns:a16="http://schemas.microsoft.com/office/drawing/2014/main" id="{82E17FE4-A195-4D61-BD16-C8DFE8A9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71775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Makna</a:t>
            </a:r>
          </a:p>
        </p:txBody>
      </p:sp>
      <p:sp>
        <p:nvSpPr>
          <p:cNvPr id="9" name="mode-values-v0-2">
            <a:extLst xmlns:a="http://schemas.openxmlformats.org/drawingml/2006/main">
              <a:ext uri="{FF2B5EF4-FFF2-40B4-BE49-F238E27FC236}">
                <a16:creationId xmlns:a16="http://schemas.microsoft.com/office/drawing/2014/main" id="{91F76264-ACA2-4343-8561-8309CC3A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0510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mode-values-r1-c0">
            <a:extLst xmlns:a="http://schemas.openxmlformats.org/drawingml/2006/main">
              <a:ext uri="{FF2B5EF4-FFF2-40B4-BE49-F238E27FC236}">
                <a16:creationId xmlns:a16="http://schemas.microsoft.com/office/drawing/2014/main" id="{539AB2AF-AA69-452D-BFB9-7F6557A1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8135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11" name="mode-values-r1-c1">
            <a:extLst xmlns:a="http://schemas.openxmlformats.org/drawingml/2006/main">
              <a:ext uri="{FF2B5EF4-FFF2-40B4-BE49-F238E27FC236}">
                <a16:creationId xmlns:a16="http://schemas.microsoft.com/office/drawing/2014/main" id="{C190B1AF-B71C-44DE-A7AD-A832A7DA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813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12" name="mode-values-v1-1">
            <a:extLst xmlns:a="http://schemas.openxmlformats.org/drawingml/2006/main">
              <a:ext uri="{FF2B5EF4-FFF2-40B4-BE49-F238E27FC236}">
                <a16:creationId xmlns:a16="http://schemas.microsoft.com/office/drawing/2014/main" id="{FF051D16-D92A-499B-8607-B11AB1B5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146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mode-values-r1-c2">
            <a:extLst xmlns:a="http://schemas.openxmlformats.org/drawingml/2006/main">
              <a:ext uri="{FF2B5EF4-FFF2-40B4-BE49-F238E27FC236}">
                <a16:creationId xmlns:a16="http://schemas.microsoft.com/office/drawing/2014/main" id="{70A049A4-662B-4D4F-870E-9AE5D65A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Mode</a:t>
            </a:r>
          </a:p>
        </p:txBody>
      </p:sp>
      <p:sp>
        <p:nvSpPr>
          <p:cNvPr id="14" name="mode-values-v1-2">
            <a:extLst xmlns:a="http://schemas.openxmlformats.org/drawingml/2006/main">
              <a:ext uri="{FF2B5EF4-FFF2-40B4-BE49-F238E27FC236}">
                <a16:creationId xmlns:a16="http://schemas.microsoft.com/office/drawing/2014/main" id="{705F6FB7-93B9-48A3-B1AB-00DF483F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146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mode-values-h1">
            <a:extLst xmlns:a="http://schemas.openxmlformats.org/drawingml/2006/main">
              <a:ext uri="{FF2B5EF4-FFF2-40B4-BE49-F238E27FC236}">
                <a16:creationId xmlns:a16="http://schemas.microsoft.com/office/drawing/2014/main" id="{C27CA492-B70D-48E9-9A83-2BD0ED3B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76575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mode-values-band-2">
            <a:extLst xmlns:a="http://schemas.openxmlformats.org/drawingml/2006/main">
              <a:ext uri="{FF2B5EF4-FFF2-40B4-BE49-F238E27FC236}">
                <a16:creationId xmlns:a16="http://schemas.microsoft.com/office/drawing/2014/main" id="{00A98309-3039-4A31-B5F1-6BAC7D49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86150"/>
            <a:ext cx="8191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ode-values-r2-c0">
            <a:extLst xmlns:a="http://schemas.openxmlformats.org/drawingml/2006/main">
              <a:ext uri="{FF2B5EF4-FFF2-40B4-BE49-F238E27FC236}">
                <a16:creationId xmlns:a16="http://schemas.microsoft.com/office/drawing/2014/main" id="{FCB519EC-38B2-4D37-A3AB-EB2B5E41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90925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</a:t>
            </a:r>
          </a:p>
        </p:txBody>
      </p:sp>
      <p:sp>
        <p:nvSpPr>
          <p:cNvPr id="18" name="mode-values-r2-c1">
            <a:extLst xmlns:a="http://schemas.openxmlformats.org/drawingml/2006/main">
              <a:ext uri="{FF2B5EF4-FFF2-40B4-BE49-F238E27FC236}">
                <a16:creationId xmlns:a16="http://schemas.microsoft.com/office/drawing/2014/main" id="{62D341AD-BEDD-406B-8DDA-4CAB9AE7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90925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19" name="mode-values-v2-1">
            <a:extLst xmlns:a="http://schemas.openxmlformats.org/drawingml/2006/main">
              <a:ext uri="{FF2B5EF4-FFF2-40B4-BE49-F238E27FC236}">
                <a16:creationId xmlns:a16="http://schemas.microsoft.com/office/drawing/2014/main" id="{4D02047A-10C1-4952-ADA4-854086F7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242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mode-values-r2-c2">
            <a:extLst xmlns:a="http://schemas.openxmlformats.org/drawingml/2006/main">
              <a:ext uri="{FF2B5EF4-FFF2-40B4-BE49-F238E27FC236}">
                <a16:creationId xmlns:a16="http://schemas.microsoft.com/office/drawing/2014/main" id="{A59B982F-CB3A-4B9C-8E25-9EB3BED9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90925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mode-values-v2-2">
            <a:extLst xmlns:a="http://schemas.openxmlformats.org/drawingml/2006/main">
              <a:ext uri="{FF2B5EF4-FFF2-40B4-BE49-F238E27FC236}">
                <a16:creationId xmlns:a16="http://schemas.microsoft.com/office/drawing/2014/main" id="{A90A9437-6C30-4627-BDFE-199DB1CB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242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mode-values-h2">
            <a:extLst xmlns:a="http://schemas.openxmlformats.org/drawingml/2006/main">
              <a:ext uri="{FF2B5EF4-FFF2-40B4-BE49-F238E27FC236}">
                <a16:creationId xmlns:a16="http://schemas.microsoft.com/office/drawing/2014/main" id="{034196B4-C1FA-47F3-9904-1865B16F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861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mode-values-r3-c0">
            <a:extLst xmlns:a="http://schemas.openxmlformats.org/drawingml/2006/main">
              <a:ext uri="{FF2B5EF4-FFF2-40B4-BE49-F238E27FC236}">
                <a16:creationId xmlns:a16="http://schemas.microsoft.com/office/drawing/2014/main" id="{905BB5FA-BCEF-4A72-8BAF-CED65F59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</a:t>
            </a:r>
          </a:p>
        </p:txBody>
      </p:sp>
      <p:sp>
        <p:nvSpPr>
          <p:cNvPr id="24" name="mode-values-r3-c1">
            <a:extLst xmlns:a="http://schemas.openxmlformats.org/drawingml/2006/main">
              <a:ext uri="{FF2B5EF4-FFF2-40B4-BE49-F238E27FC236}">
                <a16:creationId xmlns:a16="http://schemas.microsoft.com/office/drawing/2014/main" id="{03C037E6-10DD-42FE-B658-75262CD1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00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25" name="mode-values-v3-1">
            <a:extLst xmlns:a="http://schemas.openxmlformats.org/drawingml/2006/main">
              <a:ext uri="{FF2B5EF4-FFF2-40B4-BE49-F238E27FC236}">
                <a16:creationId xmlns:a16="http://schemas.microsoft.com/office/drawing/2014/main" id="{A5E68AAB-4638-4EE9-90AE-48162102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338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mode-values-r3-c2">
            <a:extLst xmlns:a="http://schemas.openxmlformats.org/drawingml/2006/main">
              <a:ext uri="{FF2B5EF4-FFF2-40B4-BE49-F238E27FC236}">
                <a16:creationId xmlns:a16="http://schemas.microsoft.com/office/drawing/2014/main" id="{C0EDBBC9-1A32-485B-ABDF-E30B9D2D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mode-values-v3-2">
            <a:extLst xmlns:a="http://schemas.openxmlformats.org/drawingml/2006/main">
              <a:ext uri="{FF2B5EF4-FFF2-40B4-BE49-F238E27FC236}">
                <a16:creationId xmlns:a16="http://schemas.microsoft.com/office/drawing/2014/main" id="{13DDB7A9-477A-4FE1-8207-5E78076F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338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mode-values-h3">
            <a:extLst xmlns:a="http://schemas.openxmlformats.org/drawingml/2006/main">
              <a:ext uri="{FF2B5EF4-FFF2-40B4-BE49-F238E27FC236}">
                <a16:creationId xmlns:a16="http://schemas.microsoft.com/office/drawing/2014/main" id="{D483820A-0F8F-43BF-B3FC-44D973A6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95725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mode-values-band-4">
            <a:extLst xmlns:a="http://schemas.openxmlformats.org/drawingml/2006/main">
              <a:ext uri="{FF2B5EF4-FFF2-40B4-BE49-F238E27FC236}">
                <a16:creationId xmlns:a16="http://schemas.microsoft.com/office/drawing/2014/main" id="{B5D23AA4-C436-4E29-AE04-492A6C8A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8191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ode-values-r4-c0">
            <a:extLst xmlns:a="http://schemas.openxmlformats.org/drawingml/2006/main">
              <a:ext uri="{FF2B5EF4-FFF2-40B4-BE49-F238E27FC236}">
                <a16:creationId xmlns:a16="http://schemas.microsoft.com/office/drawing/2014/main" id="{D8A25E77-34E7-44FE-8B0D-7E790023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10075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31" name="mode-values-r4-c1">
            <a:extLst xmlns:a="http://schemas.openxmlformats.org/drawingml/2006/main">
              <a:ext uri="{FF2B5EF4-FFF2-40B4-BE49-F238E27FC236}">
                <a16:creationId xmlns:a16="http://schemas.microsoft.com/office/drawing/2014/main" id="{379B6AB5-8C06-4631-AFF1-E9A8043E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0075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32" name="mode-values-v4-1">
            <a:extLst xmlns:a="http://schemas.openxmlformats.org/drawingml/2006/main">
              <a:ext uri="{FF2B5EF4-FFF2-40B4-BE49-F238E27FC236}">
                <a16:creationId xmlns:a16="http://schemas.microsoft.com/office/drawing/2014/main" id="{8353323B-AEA0-43A8-874A-6DF5FEDD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4340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mode-values-r4-c2">
            <a:extLst xmlns:a="http://schemas.openxmlformats.org/drawingml/2006/main">
              <a:ext uri="{FF2B5EF4-FFF2-40B4-BE49-F238E27FC236}">
                <a16:creationId xmlns:a16="http://schemas.microsoft.com/office/drawing/2014/main" id="{EAA3F535-3762-430E-86C8-A5235F3C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0075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mode-values-v4-2">
            <a:extLst xmlns:a="http://schemas.openxmlformats.org/drawingml/2006/main">
              <a:ext uri="{FF2B5EF4-FFF2-40B4-BE49-F238E27FC236}">
                <a16:creationId xmlns:a16="http://schemas.microsoft.com/office/drawing/2014/main" id="{EFF50ED6-43B1-48EA-B195-04D6EBD3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4340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mode-values-h4">
            <a:extLst xmlns:a="http://schemas.openxmlformats.org/drawingml/2006/main">
              <a:ext uri="{FF2B5EF4-FFF2-40B4-BE49-F238E27FC236}">
                <a16:creationId xmlns:a16="http://schemas.microsoft.com/office/drawing/2014/main" id="{4820C6DD-3AB3-4FDA-86A1-133E82F0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mode-values-r5-c0">
            <a:extLst xmlns:a="http://schemas.openxmlformats.org/drawingml/2006/main">
              <a:ext uri="{FF2B5EF4-FFF2-40B4-BE49-F238E27FC236}">
                <a16:creationId xmlns:a16="http://schemas.microsoft.com/office/drawing/2014/main" id="{F6EAFBEB-0C32-4F85-9537-2F061A9A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1965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15</a:t>
            </a:r>
          </a:p>
        </p:txBody>
      </p:sp>
      <p:sp>
        <p:nvSpPr>
          <p:cNvPr id="37" name="mode-values-r5-c1">
            <a:extLst xmlns:a="http://schemas.openxmlformats.org/drawingml/2006/main">
              <a:ext uri="{FF2B5EF4-FFF2-40B4-BE49-F238E27FC236}">
                <a16:creationId xmlns:a16="http://schemas.microsoft.com/office/drawing/2014/main" id="{E0DFBAC8-5299-4406-88B6-0D7C1CB2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96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38" name="mode-values-v5-1">
            <a:extLst xmlns:a="http://schemas.openxmlformats.org/drawingml/2006/main">
              <a:ext uri="{FF2B5EF4-FFF2-40B4-BE49-F238E27FC236}">
                <a16:creationId xmlns:a16="http://schemas.microsoft.com/office/drawing/2014/main" id="{BCAF085A-4878-4A48-87BD-8FC53A1C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529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9" name="mode-values-r5-c2">
            <a:extLst xmlns:a="http://schemas.openxmlformats.org/drawingml/2006/main">
              <a:ext uri="{FF2B5EF4-FFF2-40B4-BE49-F238E27FC236}">
                <a16:creationId xmlns:a16="http://schemas.microsoft.com/office/drawing/2014/main" id="{5D61303E-91C2-40B0-8E47-11F22DD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1965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mode-values-v5-2">
            <a:extLst xmlns:a="http://schemas.openxmlformats.org/drawingml/2006/main">
              <a:ext uri="{FF2B5EF4-FFF2-40B4-BE49-F238E27FC236}">
                <a16:creationId xmlns:a16="http://schemas.microsoft.com/office/drawing/2014/main" id="{F3114CCB-F04C-4D08-A0B6-A1416628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529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mode-values-h5">
            <a:extLst xmlns:a="http://schemas.openxmlformats.org/drawingml/2006/main">
              <a:ext uri="{FF2B5EF4-FFF2-40B4-BE49-F238E27FC236}">
                <a16:creationId xmlns:a16="http://schemas.microsoft.com/office/drawing/2014/main" id="{3C682A78-2E66-4563-B997-B3419699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2" name="mode-values-band-6">
            <a:extLst xmlns:a="http://schemas.openxmlformats.org/drawingml/2006/main">
              <a:ext uri="{FF2B5EF4-FFF2-40B4-BE49-F238E27FC236}">
                <a16:creationId xmlns:a16="http://schemas.microsoft.com/office/drawing/2014/main" id="{A870A337-D84A-41B4-AAB2-903BA93E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24450"/>
            <a:ext cx="8191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mode-values-r6-c0">
            <a:extLst xmlns:a="http://schemas.openxmlformats.org/drawingml/2006/main">
              <a:ext uri="{FF2B5EF4-FFF2-40B4-BE49-F238E27FC236}">
                <a16:creationId xmlns:a16="http://schemas.microsoft.com/office/drawing/2014/main" id="{D51D98DB-8681-4C30-940B-AC1BD30A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29225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20</a:t>
            </a:r>
          </a:p>
        </p:txBody>
      </p:sp>
      <p:sp>
        <p:nvSpPr>
          <p:cNvPr id="44" name="mode-values-r6-c1">
            <a:extLst xmlns:a="http://schemas.openxmlformats.org/drawingml/2006/main">
              <a:ext uri="{FF2B5EF4-FFF2-40B4-BE49-F238E27FC236}">
                <a16:creationId xmlns:a16="http://schemas.microsoft.com/office/drawing/2014/main" id="{35D06F38-C323-4DA0-A031-B3513572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29225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45" name="mode-values-v6-1">
            <a:extLst xmlns:a="http://schemas.openxmlformats.org/drawingml/2006/main">
              <a:ext uri="{FF2B5EF4-FFF2-40B4-BE49-F238E27FC236}">
                <a16:creationId xmlns:a16="http://schemas.microsoft.com/office/drawing/2014/main" id="{9D60210B-4397-47DC-9C7F-FFFDCFD1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625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6" name="mode-values-r6-c2">
            <a:extLst xmlns:a="http://schemas.openxmlformats.org/drawingml/2006/main">
              <a:ext uri="{FF2B5EF4-FFF2-40B4-BE49-F238E27FC236}">
                <a16:creationId xmlns:a16="http://schemas.microsoft.com/office/drawing/2014/main" id="{7E545F85-78EA-41A0-87F2-18F06002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29225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mode-values-v6-2">
            <a:extLst xmlns:a="http://schemas.openxmlformats.org/drawingml/2006/main">
              <a:ext uri="{FF2B5EF4-FFF2-40B4-BE49-F238E27FC236}">
                <a16:creationId xmlns:a16="http://schemas.microsoft.com/office/drawing/2014/main" id="{41BF9E36-94E6-42E3-8766-350CBB10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625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8" name="mode-values-h6">
            <a:extLst xmlns:a="http://schemas.openxmlformats.org/drawingml/2006/main">
              <a:ext uri="{FF2B5EF4-FFF2-40B4-BE49-F238E27FC236}">
                <a16:creationId xmlns:a16="http://schemas.microsoft.com/office/drawing/2014/main" id="{9E8A3CCC-A8C0-42B6-B294-EE8B62C9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244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9" name="range-card-panel">
            <a:extLst xmlns:a="http://schemas.openxmlformats.org/drawingml/2006/main">
              <a:ext uri="{FF2B5EF4-FFF2-40B4-BE49-F238E27FC236}">
                <a16:creationId xmlns:a16="http://schemas.microsoft.com/office/drawing/2014/main" id="{C1ABF5BE-6F22-431B-B630-E151D997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14675"/>
            <a:ext cx="2571750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50" name="range-card-head">
            <a:extLst xmlns:a="http://schemas.openxmlformats.org/drawingml/2006/main">
              <a:ext uri="{FF2B5EF4-FFF2-40B4-BE49-F238E27FC236}">
                <a16:creationId xmlns:a16="http://schemas.microsoft.com/office/drawing/2014/main" id="{CD588032-8D75-4EFB-9401-B50285E0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480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Range</a:t>
            </a:r>
          </a:p>
        </p:txBody>
      </p:sp>
      <p:sp>
        <p:nvSpPr>
          <p:cNvPr id="51" name="range-card-body">
            <a:extLst xmlns:a="http://schemas.openxmlformats.org/drawingml/2006/main">
              <a:ext uri="{FF2B5EF4-FFF2-40B4-BE49-F238E27FC236}">
                <a16:creationId xmlns:a16="http://schemas.microsoft.com/office/drawing/2014/main" id="{C8D0A8C2-85DE-4892-863E-BF584934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00450"/>
            <a:ext cx="21526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20 − 8 = 12</a:t>
            </a:r>
          </a:p>
        </p:txBody>
      </p:sp>
      <p:sp>
        <p:nvSpPr>
          <p:cNvPr id="52" name="mode-multimodal">
            <a:extLst xmlns:a="http://schemas.openxmlformats.org/drawingml/2006/main">
              <a:ext uri="{FF2B5EF4-FFF2-40B4-BE49-F238E27FC236}">
                <a16:creationId xmlns:a16="http://schemas.microsoft.com/office/drawing/2014/main" id="{84D044E8-8D7B-4BD1-B782-09A3183E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674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Data dapat memiliki lebih dari satu mode jika frekuensi tertinggi sama.</a:t>
            </a:r>
          </a:p>
        </p:txBody>
      </p:sp>
    </p:spTree>
    <p:extLst>
      <p:ext uri="{BB962C8B-B14F-4D97-AF65-F5344CB8AC3E}">
        <p14:creationId xmlns:p14="http://schemas.microsoft.com/office/powerpoint/2010/main" val="15005135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517289-3AF5-485E-8948-A80B45E9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Variansi populasi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BCFE0FE-D6E7-4FDB-A0FB-D0FFCB28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Variansi merangkum kuadrat jarak setiap nilai dari mean.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F964907-A903-4A85-B964-F38BA814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variance-head-bg">
            <a:extLst xmlns:a="http://schemas.openxmlformats.org/drawingml/2006/main">
              <a:ext uri="{FF2B5EF4-FFF2-40B4-BE49-F238E27FC236}">
                <a16:creationId xmlns:a16="http://schemas.microsoft.com/office/drawing/2014/main" id="{CCF83B13-4BB1-4375-9684-5E24080B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67000"/>
            <a:ext cx="7667625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variance-r0-c0">
            <a:extLst xmlns:a="http://schemas.openxmlformats.org/drawingml/2006/main">
              <a:ext uri="{FF2B5EF4-FFF2-40B4-BE49-F238E27FC236}">
                <a16:creationId xmlns:a16="http://schemas.microsoft.com/office/drawing/2014/main" id="{0B99115E-4A03-4590-935C-CBB1929B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717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Nilai x</a:t>
            </a:r>
          </a:p>
        </p:txBody>
      </p:sp>
      <p:sp>
        <p:nvSpPr>
          <p:cNvPr id="6" name="variance-r0-c1">
            <a:extLst xmlns:a="http://schemas.openxmlformats.org/drawingml/2006/main">
              <a:ext uri="{FF2B5EF4-FFF2-40B4-BE49-F238E27FC236}">
                <a16:creationId xmlns:a16="http://schemas.microsoft.com/office/drawing/2014/main" id="{6C287E87-C7DD-42B8-AD70-00558EDE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71775"/>
            <a:ext cx="239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x − mean</a:t>
            </a:r>
          </a:p>
        </p:txBody>
      </p:sp>
      <p:sp>
        <p:nvSpPr>
          <p:cNvPr id="7" name="variance-v0-1">
            <a:extLst xmlns:a="http://schemas.openxmlformats.org/drawingml/2006/main">
              <a:ext uri="{FF2B5EF4-FFF2-40B4-BE49-F238E27FC236}">
                <a16:creationId xmlns:a16="http://schemas.microsoft.com/office/drawing/2014/main" id="{C719073A-8D4B-4A80-81F5-A76AE29F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05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variance-r0-c2">
            <a:extLst xmlns:a="http://schemas.openxmlformats.org/drawingml/2006/main">
              <a:ext uri="{FF2B5EF4-FFF2-40B4-BE49-F238E27FC236}">
                <a16:creationId xmlns:a16="http://schemas.microsoft.com/office/drawing/2014/main" id="{8EEEDDE1-B93D-4A02-92A7-E18A1380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717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(x − mean)²</a:t>
            </a:r>
          </a:p>
        </p:txBody>
      </p:sp>
      <p:sp>
        <p:nvSpPr>
          <p:cNvPr id="9" name="variance-v0-2">
            <a:extLst xmlns:a="http://schemas.openxmlformats.org/drawingml/2006/main">
              <a:ext uri="{FF2B5EF4-FFF2-40B4-BE49-F238E27FC236}">
                <a16:creationId xmlns:a16="http://schemas.microsoft.com/office/drawing/2014/main" id="{D938DDE4-EEE5-46A7-8128-B3DF483F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variance-r1-c0">
            <a:extLst xmlns:a="http://schemas.openxmlformats.org/drawingml/2006/main">
              <a:ext uri="{FF2B5EF4-FFF2-40B4-BE49-F238E27FC236}">
                <a16:creationId xmlns:a16="http://schemas.microsoft.com/office/drawing/2014/main" id="{BA214841-129F-49E5-B6A0-20A56499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2422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11" name="variance-r1-c1">
            <a:extLst xmlns:a="http://schemas.openxmlformats.org/drawingml/2006/main">
              <a:ext uri="{FF2B5EF4-FFF2-40B4-BE49-F238E27FC236}">
                <a16:creationId xmlns:a16="http://schemas.microsoft.com/office/drawing/2014/main" id="{E1D17B34-9391-4222-945B-ADC7D646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24225"/>
            <a:ext cx="239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−2</a:t>
            </a:r>
          </a:p>
        </p:txBody>
      </p:sp>
      <p:sp>
        <p:nvSpPr>
          <p:cNvPr id="12" name="variance-v1-1">
            <a:extLst xmlns:a="http://schemas.openxmlformats.org/drawingml/2006/main">
              <a:ext uri="{FF2B5EF4-FFF2-40B4-BE49-F238E27FC236}">
                <a16:creationId xmlns:a16="http://schemas.microsoft.com/office/drawing/2014/main" id="{AC7B8EF2-9605-4F89-981C-1A4E273D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variance-r1-c2">
            <a:extLst xmlns:a="http://schemas.openxmlformats.org/drawingml/2006/main">
              <a:ext uri="{FF2B5EF4-FFF2-40B4-BE49-F238E27FC236}">
                <a16:creationId xmlns:a16="http://schemas.microsoft.com/office/drawing/2014/main" id="{5B70544F-613A-4C1F-860E-AF1C893E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2422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14" name="variance-v1-2">
            <a:extLst xmlns:a="http://schemas.openxmlformats.org/drawingml/2006/main">
              <a:ext uri="{FF2B5EF4-FFF2-40B4-BE49-F238E27FC236}">
                <a16:creationId xmlns:a16="http://schemas.microsoft.com/office/drawing/2014/main" id="{D9BF8408-D4FC-4B8B-A79E-4AEF8320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variance-h1">
            <a:extLst xmlns:a="http://schemas.openxmlformats.org/drawingml/2006/main">
              <a:ext uri="{FF2B5EF4-FFF2-40B4-BE49-F238E27FC236}">
                <a16:creationId xmlns:a16="http://schemas.microsoft.com/office/drawing/2014/main" id="{4C4D8D9F-91F3-48DA-BF8B-3D0469C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19450"/>
            <a:ext cx="766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variance-band-2">
            <a:extLst xmlns:a="http://schemas.openxmlformats.org/drawingml/2006/main">
              <a:ext uri="{FF2B5EF4-FFF2-40B4-BE49-F238E27FC236}">
                <a16:creationId xmlns:a16="http://schemas.microsoft.com/office/drawing/2014/main" id="{E8EBB30E-164B-48D3-912B-86B6FA5A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771900"/>
            <a:ext cx="766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ariance-r2-c0">
            <a:extLst xmlns:a="http://schemas.openxmlformats.org/drawingml/2006/main">
              <a:ext uri="{FF2B5EF4-FFF2-40B4-BE49-F238E27FC236}">
                <a16:creationId xmlns:a16="http://schemas.microsoft.com/office/drawing/2014/main" id="{3D4E5BF2-913F-4DF6-AD8F-7AFEC736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766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18" name="variance-r2-c1">
            <a:extLst xmlns:a="http://schemas.openxmlformats.org/drawingml/2006/main">
              <a:ext uri="{FF2B5EF4-FFF2-40B4-BE49-F238E27FC236}">
                <a16:creationId xmlns:a16="http://schemas.microsoft.com/office/drawing/2014/main" id="{FD822665-1AC5-419D-92D6-DDB5B474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76675"/>
            <a:ext cx="239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0</a:t>
            </a:r>
          </a:p>
        </p:txBody>
      </p:sp>
      <p:sp>
        <p:nvSpPr>
          <p:cNvPr id="19" name="variance-v2-1">
            <a:extLst xmlns:a="http://schemas.openxmlformats.org/drawingml/2006/main">
              <a:ext uri="{FF2B5EF4-FFF2-40B4-BE49-F238E27FC236}">
                <a16:creationId xmlns:a16="http://schemas.microsoft.com/office/drawing/2014/main" id="{0D1660B4-2B25-447B-8F88-FAE59DAA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10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variance-r2-c2">
            <a:extLst xmlns:a="http://schemas.openxmlformats.org/drawingml/2006/main">
              <a:ext uri="{FF2B5EF4-FFF2-40B4-BE49-F238E27FC236}">
                <a16:creationId xmlns:a16="http://schemas.microsoft.com/office/drawing/2014/main" id="{7243A6D8-4C8C-40AD-9808-1D167D47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766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0</a:t>
            </a:r>
          </a:p>
        </p:txBody>
      </p:sp>
      <p:sp>
        <p:nvSpPr>
          <p:cNvPr id="21" name="variance-v2-2">
            <a:extLst xmlns:a="http://schemas.openxmlformats.org/drawingml/2006/main">
              <a:ext uri="{FF2B5EF4-FFF2-40B4-BE49-F238E27FC236}">
                <a16:creationId xmlns:a16="http://schemas.microsoft.com/office/drawing/2014/main" id="{83D85CF2-2EBD-41C9-B55C-CE92A5DD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variance-h2">
            <a:extLst xmlns:a="http://schemas.openxmlformats.org/drawingml/2006/main">
              <a:ext uri="{FF2B5EF4-FFF2-40B4-BE49-F238E27FC236}">
                <a16:creationId xmlns:a16="http://schemas.microsoft.com/office/drawing/2014/main" id="{DEF350E0-F575-444E-AB2F-5AE8FE21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771900"/>
            <a:ext cx="766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variance-r3-c0">
            <a:extLst xmlns:a="http://schemas.openxmlformats.org/drawingml/2006/main">
              <a:ext uri="{FF2B5EF4-FFF2-40B4-BE49-F238E27FC236}">
                <a16:creationId xmlns:a16="http://schemas.microsoft.com/office/drawing/2014/main" id="{B1B57805-C080-4581-9CA6-4F4EDAC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2912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</a:t>
            </a:r>
          </a:p>
        </p:txBody>
      </p:sp>
      <p:sp>
        <p:nvSpPr>
          <p:cNvPr id="24" name="variance-r3-c1">
            <a:extLst xmlns:a="http://schemas.openxmlformats.org/drawingml/2006/main">
              <a:ext uri="{FF2B5EF4-FFF2-40B4-BE49-F238E27FC236}">
                <a16:creationId xmlns:a16="http://schemas.microsoft.com/office/drawing/2014/main" id="{80B37A99-F56A-40E4-9AEB-ED237CEF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29125"/>
            <a:ext cx="239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25" name="variance-v3-1">
            <a:extLst xmlns:a="http://schemas.openxmlformats.org/drawingml/2006/main">
              <a:ext uri="{FF2B5EF4-FFF2-40B4-BE49-F238E27FC236}">
                <a16:creationId xmlns:a16="http://schemas.microsoft.com/office/drawing/2014/main" id="{007A5041-8E8B-4831-97AD-2536D67E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62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variance-r3-c2">
            <a:extLst xmlns:a="http://schemas.openxmlformats.org/drawingml/2006/main">
              <a:ext uri="{FF2B5EF4-FFF2-40B4-BE49-F238E27FC236}">
                <a16:creationId xmlns:a16="http://schemas.microsoft.com/office/drawing/2014/main" id="{FBD59BA2-27F9-46A9-B978-8A6FDE89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2912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27" name="variance-v3-2">
            <a:extLst xmlns:a="http://schemas.openxmlformats.org/drawingml/2006/main">
              <a:ext uri="{FF2B5EF4-FFF2-40B4-BE49-F238E27FC236}">
                <a16:creationId xmlns:a16="http://schemas.microsoft.com/office/drawing/2014/main" id="{19F9C876-2183-44D5-A4B0-B3CD31B7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62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variance-h3">
            <a:extLst xmlns:a="http://schemas.openxmlformats.org/drawingml/2006/main">
              <a:ext uri="{FF2B5EF4-FFF2-40B4-BE49-F238E27FC236}">
                <a16:creationId xmlns:a16="http://schemas.microsoft.com/office/drawing/2014/main" id="{A6FBAB06-AD20-477F-B529-DC19FD23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24350"/>
            <a:ext cx="766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variance-band-4">
            <a:extLst xmlns:a="http://schemas.openxmlformats.org/drawingml/2006/main">
              <a:ext uri="{FF2B5EF4-FFF2-40B4-BE49-F238E27FC236}">
                <a16:creationId xmlns:a16="http://schemas.microsoft.com/office/drawing/2014/main" id="{7FDA4F8D-4F18-4780-8797-187A3F80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76800"/>
            <a:ext cx="766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variance-r4-c0">
            <a:extLst xmlns:a="http://schemas.openxmlformats.org/drawingml/2006/main">
              <a:ext uri="{FF2B5EF4-FFF2-40B4-BE49-F238E27FC236}">
                <a16:creationId xmlns:a16="http://schemas.microsoft.com/office/drawing/2014/main" id="{75D5D77B-9D40-4C85-9E96-8ADD23BB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815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</a:t>
            </a:r>
          </a:p>
        </p:txBody>
      </p:sp>
      <p:sp>
        <p:nvSpPr>
          <p:cNvPr id="31" name="variance-r4-c1">
            <a:extLst xmlns:a="http://schemas.openxmlformats.org/drawingml/2006/main">
              <a:ext uri="{FF2B5EF4-FFF2-40B4-BE49-F238E27FC236}">
                <a16:creationId xmlns:a16="http://schemas.microsoft.com/office/drawing/2014/main" id="{CF65BE27-F6A0-4C29-AAB7-5EA35EF0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81575"/>
            <a:ext cx="239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variance-v4-1">
            <a:extLst xmlns:a="http://schemas.openxmlformats.org/drawingml/2006/main">
              <a:ext uri="{FF2B5EF4-FFF2-40B4-BE49-F238E27FC236}">
                <a16:creationId xmlns:a16="http://schemas.microsoft.com/office/drawing/2014/main" id="{DFC387EB-96D2-49C2-8C50-5F39E094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149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variance-r4-c2">
            <a:extLst xmlns:a="http://schemas.openxmlformats.org/drawingml/2006/main">
              <a:ext uri="{FF2B5EF4-FFF2-40B4-BE49-F238E27FC236}">
                <a16:creationId xmlns:a16="http://schemas.microsoft.com/office/drawing/2014/main" id="{ABE0D604-3353-4FDE-A07D-D12F5007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9815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34" name="variance-v4-2">
            <a:extLst xmlns:a="http://schemas.openxmlformats.org/drawingml/2006/main">
              <a:ext uri="{FF2B5EF4-FFF2-40B4-BE49-F238E27FC236}">
                <a16:creationId xmlns:a16="http://schemas.microsoft.com/office/drawing/2014/main" id="{649EC74F-4DC7-4A04-AAC8-BF2A3D6A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149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variance-h4">
            <a:extLst xmlns:a="http://schemas.openxmlformats.org/drawingml/2006/main">
              <a:ext uri="{FF2B5EF4-FFF2-40B4-BE49-F238E27FC236}">
                <a16:creationId xmlns:a16="http://schemas.microsoft.com/office/drawing/2014/main" id="{94EDA36F-237F-4F5C-BDAD-5B8298A3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76800"/>
            <a:ext cx="766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variance-result">
            <a:extLst xmlns:a="http://schemas.openxmlformats.org/drawingml/2006/main">
              <a:ext uri="{FF2B5EF4-FFF2-40B4-BE49-F238E27FC236}">
                <a16:creationId xmlns:a16="http://schemas.microsoft.com/office/drawing/2014/main" id="{41586C09-B960-4F5C-9CC0-D7910FB8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72150"/>
            <a:ext cx="4191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37" name="variance-result-text">
            <a:extLst xmlns:a="http://schemas.openxmlformats.org/drawingml/2006/main">
              <a:ext uri="{FF2B5EF4-FFF2-40B4-BE49-F238E27FC236}">
                <a16:creationId xmlns:a16="http://schemas.microsoft.com/office/drawing/2014/main" id="{2837E26C-C7CE-4D3A-A5EC-A563DEA6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340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1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variance = 8 / 3 ≈ 2.67</a:t>
            </a:r>
          </a:p>
        </p:txBody>
      </p:sp>
    </p:spTree>
    <p:extLst>
      <p:ext uri="{BB962C8B-B14F-4D97-AF65-F5344CB8AC3E}">
        <p14:creationId xmlns:p14="http://schemas.microsoft.com/office/powerpoint/2010/main" val="9928577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34DEDB-0B07-4112-AF7F-5830F1B9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Standard deviation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8C4B41B-50F7-451E-827C-5E25060D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Akar variansi mengukur penyebaran dengan satuan yang sama seperti data.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8007063-8261-4893-87EC-006F0D1E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d-0-title">
            <a:extLst xmlns:a="http://schemas.openxmlformats.org/drawingml/2006/main">
              <a:ext uri="{FF2B5EF4-FFF2-40B4-BE49-F238E27FC236}">
                <a16:creationId xmlns:a16="http://schemas.microsoft.com/office/drawing/2014/main" id="{4CA248A9-E661-454A-A39C-9A795E8D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81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</a:t>
            </a:r>
          </a:p>
        </p:txBody>
      </p:sp>
      <p:sp>
        <p:nvSpPr>
          <p:cNvPr id="5" name="sd-0-axis">
            <a:extLst xmlns:a="http://schemas.openxmlformats.org/drawingml/2006/main">
              <a:ext uri="{FF2B5EF4-FFF2-40B4-BE49-F238E27FC236}">
                <a16:creationId xmlns:a16="http://schemas.microsoft.com/office/drawing/2014/main" id="{23082E68-C7A6-401E-AC7A-20E5CADC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790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EAEE"/>
            </a:solidFill>
            <a:prstDash val="solid"/>
          </a:ln>
        </p:spPr>
      </p:sp>
      <p:sp>
        <p:nvSpPr>
          <p:cNvPr id="6" name="sd-dot-0-0">
            <a:extLst xmlns:a="http://schemas.openxmlformats.org/drawingml/2006/main">
              <a:ext uri="{FF2B5EF4-FFF2-40B4-BE49-F238E27FC236}">
                <a16:creationId xmlns:a16="http://schemas.microsoft.com/office/drawing/2014/main" id="{96F91F76-B6D1-4696-BB48-18592D0B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7" name="sd-val-0-0">
            <a:extLst xmlns:a="http://schemas.openxmlformats.org/drawingml/2006/main">
              <a:ext uri="{FF2B5EF4-FFF2-40B4-BE49-F238E27FC236}">
                <a16:creationId xmlns:a16="http://schemas.microsoft.com/office/drawing/2014/main" id="{68F94CC2-FC92-4721-BBF5-D3D84149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638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28</a:t>
            </a:r>
          </a:p>
        </p:txBody>
      </p:sp>
      <p:sp>
        <p:nvSpPr>
          <p:cNvPr id="8" name="sd-dot-0-1">
            <a:extLst xmlns:a="http://schemas.openxmlformats.org/drawingml/2006/main">
              <a:ext uri="{FF2B5EF4-FFF2-40B4-BE49-F238E27FC236}">
                <a16:creationId xmlns:a16="http://schemas.microsoft.com/office/drawing/2014/main" id="{5ECF6246-6EEE-42E0-9CC2-8C29A905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575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9" name="sd-val-0-1">
            <a:extLst xmlns:a="http://schemas.openxmlformats.org/drawingml/2006/main">
              <a:ext uri="{FF2B5EF4-FFF2-40B4-BE49-F238E27FC236}">
                <a16:creationId xmlns:a16="http://schemas.microsoft.com/office/drawing/2014/main" id="{4D6AE207-7CF6-42F1-AC77-ECBD980B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638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29</a:t>
            </a:r>
          </a:p>
        </p:txBody>
      </p:sp>
      <p:sp>
        <p:nvSpPr>
          <p:cNvPr id="10" name="sd-dot-0-2">
            <a:extLst xmlns:a="http://schemas.openxmlformats.org/drawingml/2006/main">
              <a:ext uri="{FF2B5EF4-FFF2-40B4-BE49-F238E27FC236}">
                <a16:creationId xmlns:a16="http://schemas.microsoft.com/office/drawing/2014/main" id="{62FF1401-7CB1-4179-8CB7-948B8346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575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1" name="sd-val-0-2">
            <a:extLst xmlns:a="http://schemas.openxmlformats.org/drawingml/2006/main">
              <a:ext uri="{FF2B5EF4-FFF2-40B4-BE49-F238E27FC236}">
                <a16:creationId xmlns:a16="http://schemas.microsoft.com/office/drawing/2014/main" id="{B1497853-50C4-4F20-B9F4-41B9D78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638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30</a:t>
            </a:r>
          </a:p>
        </p:txBody>
      </p:sp>
      <p:sp>
        <p:nvSpPr>
          <p:cNvPr id="12" name="sd-dot-0-3">
            <a:extLst xmlns:a="http://schemas.openxmlformats.org/drawingml/2006/main">
              <a:ext uri="{FF2B5EF4-FFF2-40B4-BE49-F238E27FC236}">
                <a16:creationId xmlns:a16="http://schemas.microsoft.com/office/drawing/2014/main" id="{528792D9-A928-4F5E-BF94-355EA297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3" name="sd-val-0-3">
            <a:extLst xmlns:a="http://schemas.openxmlformats.org/drawingml/2006/main">
              <a:ext uri="{FF2B5EF4-FFF2-40B4-BE49-F238E27FC236}">
                <a16:creationId xmlns:a16="http://schemas.microsoft.com/office/drawing/2014/main" id="{AA0A362F-F00A-487A-98EF-21AEDE5F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638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31</a:t>
            </a:r>
          </a:p>
        </p:txBody>
      </p:sp>
      <p:sp>
        <p:nvSpPr>
          <p:cNvPr id="14" name="sd-dot-0-4">
            <a:extLst xmlns:a="http://schemas.openxmlformats.org/drawingml/2006/main">
              <a:ext uri="{FF2B5EF4-FFF2-40B4-BE49-F238E27FC236}">
                <a16:creationId xmlns:a16="http://schemas.microsoft.com/office/drawing/2014/main" id="{72C45C2D-BA94-4CCF-B029-2F07FD99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5" name="sd-val-0-4">
            <a:extLst xmlns:a="http://schemas.openxmlformats.org/drawingml/2006/main">
              <a:ext uri="{FF2B5EF4-FFF2-40B4-BE49-F238E27FC236}">
                <a16:creationId xmlns:a16="http://schemas.microsoft.com/office/drawing/2014/main" id="{A172F408-201A-4FF0-B24F-8B33A0C6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38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32</a:t>
            </a:r>
          </a:p>
        </p:txBody>
      </p:sp>
      <p:sp>
        <p:nvSpPr>
          <p:cNvPr id="16" name="sd-1-title">
            <a:extLst xmlns:a="http://schemas.openxmlformats.org/drawingml/2006/main">
              <a:ext uri="{FF2B5EF4-FFF2-40B4-BE49-F238E27FC236}">
                <a16:creationId xmlns:a16="http://schemas.microsoft.com/office/drawing/2014/main" id="{4A4F7959-88D9-4144-B6C5-0452124A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19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</a:t>
            </a:r>
          </a:p>
        </p:txBody>
      </p:sp>
      <p:sp>
        <p:nvSpPr>
          <p:cNvPr id="17" name="sd-1-axis">
            <a:extLst xmlns:a="http://schemas.openxmlformats.org/drawingml/2006/main">
              <a:ext uri="{FF2B5EF4-FFF2-40B4-BE49-F238E27FC236}">
                <a16:creationId xmlns:a16="http://schemas.microsoft.com/office/drawing/2014/main" id="{8628EC2F-151A-46B4-8268-3D268DE3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790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EAEE"/>
            </a:solidFill>
            <a:prstDash val="solid"/>
          </a:ln>
        </p:spPr>
      </p:sp>
      <p:sp>
        <p:nvSpPr>
          <p:cNvPr id="18" name="sd-dot-1-0">
            <a:extLst xmlns:a="http://schemas.openxmlformats.org/drawingml/2006/main">
              <a:ext uri="{FF2B5EF4-FFF2-40B4-BE49-F238E27FC236}">
                <a16:creationId xmlns:a16="http://schemas.microsoft.com/office/drawing/2014/main" id="{697D172D-761C-4A87-8A8F-6C261A52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34"/>
          </a:solidFill>
          <a:ln xmlns:a="http://schemas.openxmlformats.org/drawingml/2006/main" w="9525">
            <a:solidFill>
              <a:srgbClr val="E5B834"/>
            </a:solidFill>
            <a:prstDash val="solid"/>
          </a:ln>
        </p:spPr>
      </p:sp>
      <p:sp>
        <p:nvSpPr>
          <p:cNvPr id="19" name="sd-val-1-0">
            <a:extLst xmlns:a="http://schemas.openxmlformats.org/drawingml/2006/main">
              <a:ext uri="{FF2B5EF4-FFF2-40B4-BE49-F238E27FC236}">
                <a16:creationId xmlns:a16="http://schemas.microsoft.com/office/drawing/2014/main" id="{A22BA48A-FED6-4E25-A934-079D4E11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876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20</a:t>
            </a:r>
          </a:p>
        </p:txBody>
      </p:sp>
      <p:sp>
        <p:nvSpPr>
          <p:cNvPr id="20" name="sd-dot-1-1">
            <a:extLst xmlns:a="http://schemas.openxmlformats.org/drawingml/2006/main">
              <a:ext uri="{FF2B5EF4-FFF2-40B4-BE49-F238E27FC236}">
                <a16:creationId xmlns:a16="http://schemas.microsoft.com/office/drawing/2014/main" id="{69F11131-F686-40CF-BC07-CCF35F0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958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34"/>
          </a:solidFill>
          <a:ln xmlns:a="http://schemas.openxmlformats.org/drawingml/2006/main" w="9525">
            <a:solidFill>
              <a:srgbClr val="E5B834"/>
            </a:solidFill>
            <a:prstDash val="solid"/>
          </a:ln>
        </p:spPr>
      </p:sp>
      <p:sp>
        <p:nvSpPr>
          <p:cNvPr id="21" name="sd-val-1-1">
            <a:extLst xmlns:a="http://schemas.openxmlformats.org/drawingml/2006/main">
              <a:ext uri="{FF2B5EF4-FFF2-40B4-BE49-F238E27FC236}">
                <a16:creationId xmlns:a16="http://schemas.microsoft.com/office/drawing/2014/main" id="{D899A845-452F-4EF9-9414-B93F21F8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876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25</a:t>
            </a:r>
          </a:p>
        </p:txBody>
      </p:sp>
      <p:sp>
        <p:nvSpPr>
          <p:cNvPr id="22" name="sd-dot-1-2">
            <a:extLst xmlns:a="http://schemas.openxmlformats.org/drawingml/2006/main">
              <a:ext uri="{FF2B5EF4-FFF2-40B4-BE49-F238E27FC236}">
                <a16:creationId xmlns:a16="http://schemas.microsoft.com/office/drawing/2014/main" id="{60E4ECEA-8CBA-45D3-B74C-97885DB3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34"/>
          </a:solidFill>
          <a:ln xmlns:a="http://schemas.openxmlformats.org/drawingml/2006/main" w="9525">
            <a:solidFill>
              <a:srgbClr val="E5B834"/>
            </a:solidFill>
            <a:prstDash val="solid"/>
          </a:ln>
        </p:spPr>
      </p:sp>
      <p:sp>
        <p:nvSpPr>
          <p:cNvPr id="23" name="sd-val-1-2">
            <a:extLst xmlns:a="http://schemas.openxmlformats.org/drawingml/2006/main">
              <a:ext uri="{FF2B5EF4-FFF2-40B4-BE49-F238E27FC236}">
                <a16:creationId xmlns:a16="http://schemas.microsoft.com/office/drawing/2014/main" id="{E4B1BA2D-CE0E-4C1A-8933-7036F34E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876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30</a:t>
            </a:r>
          </a:p>
        </p:txBody>
      </p:sp>
      <p:sp>
        <p:nvSpPr>
          <p:cNvPr id="24" name="sd-dot-1-3">
            <a:extLst xmlns:a="http://schemas.openxmlformats.org/drawingml/2006/main">
              <a:ext uri="{FF2B5EF4-FFF2-40B4-BE49-F238E27FC236}">
                <a16:creationId xmlns:a16="http://schemas.microsoft.com/office/drawing/2014/main" id="{53E0F692-8ADB-436E-BA42-CF3F74D7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958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34"/>
          </a:solidFill>
          <a:ln xmlns:a="http://schemas.openxmlformats.org/drawingml/2006/main" w="9525">
            <a:solidFill>
              <a:srgbClr val="E5B834"/>
            </a:solidFill>
            <a:prstDash val="solid"/>
          </a:ln>
        </p:spPr>
      </p:sp>
      <p:sp>
        <p:nvSpPr>
          <p:cNvPr id="25" name="sd-val-1-3">
            <a:extLst xmlns:a="http://schemas.openxmlformats.org/drawingml/2006/main">
              <a:ext uri="{FF2B5EF4-FFF2-40B4-BE49-F238E27FC236}">
                <a16:creationId xmlns:a16="http://schemas.microsoft.com/office/drawing/2014/main" id="{F69B892F-1661-4C04-A83E-29E17841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76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35</a:t>
            </a:r>
          </a:p>
        </p:txBody>
      </p:sp>
      <p:sp>
        <p:nvSpPr>
          <p:cNvPr id="26" name="sd-dot-1-4">
            <a:extLst xmlns:a="http://schemas.openxmlformats.org/drawingml/2006/main">
              <a:ext uri="{FF2B5EF4-FFF2-40B4-BE49-F238E27FC236}">
                <a16:creationId xmlns:a16="http://schemas.microsoft.com/office/drawing/2014/main" id="{0D91D8B0-F23B-4B76-94C6-B33D00ED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958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B834"/>
          </a:solidFill>
          <a:ln xmlns:a="http://schemas.openxmlformats.org/drawingml/2006/main" w="9525">
            <a:solidFill>
              <a:srgbClr val="E5B834"/>
            </a:solidFill>
            <a:prstDash val="solid"/>
          </a:ln>
        </p:spPr>
      </p:sp>
      <p:sp>
        <p:nvSpPr>
          <p:cNvPr id="27" name="sd-val-1-4">
            <a:extLst xmlns:a="http://schemas.openxmlformats.org/drawingml/2006/main">
              <a:ext uri="{FF2B5EF4-FFF2-40B4-BE49-F238E27FC236}">
                <a16:creationId xmlns:a16="http://schemas.microsoft.com/office/drawing/2014/main" id="{8F8FF53D-6107-41A8-8B80-7A72DA7B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8768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40</a:t>
            </a:r>
          </a:p>
        </p:txBody>
      </p:sp>
      <p:sp>
        <p:nvSpPr>
          <p:cNvPr id="28" name="sd-label-a">
            <a:extLst xmlns:a="http://schemas.openxmlformats.org/drawingml/2006/main">
              <a:ext uri="{FF2B5EF4-FFF2-40B4-BE49-F238E27FC236}">
                <a16:creationId xmlns:a16="http://schemas.microsoft.com/office/drawing/2014/main" id="{6FDDAC58-4E8A-4D4D-839E-9F6457B1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099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4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lebih rapat</a:t>
            </a:r>
          </a:p>
        </p:txBody>
      </p:sp>
      <p:sp>
        <p:nvSpPr>
          <p:cNvPr id="29" name="sd-label-b">
            <a:extLst xmlns:a="http://schemas.openxmlformats.org/drawingml/2006/main">
              <a:ext uri="{FF2B5EF4-FFF2-40B4-BE49-F238E27FC236}">
                <a16:creationId xmlns:a16="http://schemas.microsoft.com/office/drawing/2014/main" id="{1484B02C-8CEB-404F-A8FF-1E65E6CB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577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lebih tersebar</a:t>
            </a:r>
          </a:p>
        </p:txBody>
      </p:sp>
      <p:sp>
        <p:nvSpPr>
          <p:cNvPr id="30" name="sd-note">
            <a:extLst xmlns:a="http://schemas.openxmlformats.org/drawingml/2006/main">
              <a:ext uri="{FF2B5EF4-FFF2-40B4-BE49-F238E27FC236}">
                <a16:creationId xmlns:a16="http://schemas.microsoft.com/office/drawing/2014/main" id="{BDFC4B78-331B-46C5-BDB6-13FD1C74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7212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Keduanya bermean 30. Data B memiliki standard deviation lebih besar.</a:t>
            </a:r>
          </a:p>
        </p:txBody>
      </p:sp>
    </p:spTree>
    <p:extLst>
      <p:ext uri="{BB962C8B-B14F-4D97-AF65-F5344CB8AC3E}">
        <p14:creationId xmlns:p14="http://schemas.microsoft.com/office/powerpoint/2010/main" val="11922903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F03D46-4FC2-429B-9ACB-3E424CCF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Indexing dan slicing list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CC0F902-1B96-4AA8-8766-55B9096D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Indeks dimulai dari 0. Batas akhir pada slicing tidak ikut diambil.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E5AE542-749B-4C77-B518-3A074747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name-cell-0">
            <a:extLst xmlns:a="http://schemas.openxmlformats.org/drawingml/2006/main">
              <a:ext uri="{FF2B5EF4-FFF2-40B4-BE49-F238E27FC236}">
                <a16:creationId xmlns:a16="http://schemas.microsoft.com/office/drawing/2014/main" id="{064DBF84-8A12-4AEE-931E-6008BE11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2095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5" name="name-index-0">
            <a:extLst xmlns:a="http://schemas.openxmlformats.org/drawingml/2006/main">
              <a:ext uri="{FF2B5EF4-FFF2-40B4-BE49-F238E27FC236}">
                <a16:creationId xmlns:a16="http://schemas.microsoft.com/office/drawing/2014/main" id="{52FE4952-1AC9-41B8-B6A7-09FCB628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9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index 0   /   -4</a:t>
            </a:r>
          </a:p>
        </p:txBody>
      </p:sp>
      <p:sp>
        <p:nvSpPr>
          <p:cNvPr id="6" name="name-value-0">
            <a:extLst xmlns:a="http://schemas.openxmlformats.org/drawingml/2006/main">
              <a:ext uri="{FF2B5EF4-FFF2-40B4-BE49-F238E27FC236}">
                <a16:creationId xmlns:a16="http://schemas.microsoft.com/office/drawing/2014/main" id="{ED75765D-6162-4ECC-9E40-9BE91C35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Rani</a:t>
            </a:r>
          </a:p>
        </p:txBody>
      </p:sp>
      <p:sp>
        <p:nvSpPr>
          <p:cNvPr id="7" name="name-cell-1">
            <a:extLst xmlns:a="http://schemas.openxmlformats.org/drawingml/2006/main">
              <a:ext uri="{FF2B5EF4-FFF2-40B4-BE49-F238E27FC236}">
                <a16:creationId xmlns:a16="http://schemas.microsoft.com/office/drawing/2014/main" id="{10368B17-48CF-4BBC-A920-4F372925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2095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8" name="name-index-1">
            <a:extLst xmlns:a="http://schemas.openxmlformats.org/drawingml/2006/main">
              <a:ext uri="{FF2B5EF4-FFF2-40B4-BE49-F238E27FC236}">
                <a16:creationId xmlns:a16="http://schemas.microsoft.com/office/drawing/2014/main" id="{5D70697A-5986-408B-BEF4-3A49E822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99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index 1   /   -3</a:t>
            </a:r>
          </a:p>
        </p:txBody>
      </p:sp>
      <p:sp>
        <p:nvSpPr>
          <p:cNvPr id="9" name="name-value-1">
            <a:extLst xmlns:a="http://schemas.openxmlformats.org/drawingml/2006/main">
              <a:ext uri="{FF2B5EF4-FFF2-40B4-BE49-F238E27FC236}">
                <a16:creationId xmlns:a16="http://schemas.microsoft.com/office/drawing/2014/main" id="{013E7B57-F7C9-4078-9123-FD3F6AB6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71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Dimas</a:t>
            </a:r>
          </a:p>
        </p:txBody>
      </p:sp>
      <p:sp>
        <p:nvSpPr>
          <p:cNvPr id="10" name="name-cell-2">
            <a:extLst xmlns:a="http://schemas.openxmlformats.org/drawingml/2006/main">
              <a:ext uri="{FF2B5EF4-FFF2-40B4-BE49-F238E27FC236}">
                <a16:creationId xmlns:a16="http://schemas.microsoft.com/office/drawing/2014/main" id="{A3A98417-C467-4F52-9C9F-292E9808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2095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1" name="name-index-2">
            <a:extLst xmlns:a="http://schemas.openxmlformats.org/drawingml/2006/main">
              <a:ext uri="{FF2B5EF4-FFF2-40B4-BE49-F238E27FC236}">
                <a16:creationId xmlns:a16="http://schemas.microsoft.com/office/drawing/2014/main" id="{2A2E5E62-566E-498F-8151-C5408D05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99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index 2   /   -2</a:t>
            </a:r>
          </a:p>
        </p:txBody>
      </p:sp>
      <p:sp>
        <p:nvSpPr>
          <p:cNvPr id="12" name="name-value-2">
            <a:extLst xmlns:a="http://schemas.openxmlformats.org/drawingml/2006/main">
              <a:ext uri="{FF2B5EF4-FFF2-40B4-BE49-F238E27FC236}">
                <a16:creationId xmlns:a16="http://schemas.microsoft.com/office/drawing/2014/main" id="{DD07EAB2-6438-4B18-8D25-F6CE4AA3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Salsa</a:t>
            </a:r>
          </a:p>
        </p:txBody>
      </p:sp>
      <p:sp>
        <p:nvSpPr>
          <p:cNvPr id="13" name="name-cell-3">
            <a:extLst xmlns:a="http://schemas.openxmlformats.org/drawingml/2006/main">
              <a:ext uri="{FF2B5EF4-FFF2-40B4-BE49-F238E27FC236}">
                <a16:creationId xmlns:a16="http://schemas.microsoft.com/office/drawing/2014/main" id="{0CCD2394-DD74-439B-BE58-72916145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095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4" name="name-index-3">
            <a:extLst xmlns:a="http://schemas.openxmlformats.org/drawingml/2006/main">
              <a:ext uri="{FF2B5EF4-FFF2-40B4-BE49-F238E27FC236}">
                <a16:creationId xmlns:a16="http://schemas.microsoft.com/office/drawing/2014/main" id="{1A85BAAC-2D34-40B5-B0AD-06E8A621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99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index 3   /   -1</a:t>
            </a:r>
          </a:p>
        </p:txBody>
      </p:sp>
      <p:sp>
        <p:nvSpPr>
          <p:cNvPr id="15" name="name-value-3">
            <a:extLst xmlns:a="http://schemas.openxmlformats.org/drawingml/2006/main">
              <a:ext uri="{FF2B5EF4-FFF2-40B4-BE49-F238E27FC236}">
                <a16:creationId xmlns:a16="http://schemas.microsoft.com/office/drawing/2014/main" id="{CA05E346-F0E4-4462-9CEB-3B9574F6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Bagas</a:t>
            </a:r>
          </a:p>
        </p:txBody>
      </p:sp>
      <p:sp>
        <p:nvSpPr>
          <p:cNvPr id="16" name="list-slice-bg">
            <a:extLst xmlns:a="http://schemas.openxmlformats.org/drawingml/2006/main">
              <a:ext uri="{FF2B5EF4-FFF2-40B4-BE49-F238E27FC236}">
                <a16:creationId xmlns:a16="http://schemas.microsoft.com/office/drawing/2014/main" id="{22C5D768-AB0F-48A9-B287-A888C9C1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14875"/>
            <a:ext cx="771525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17" name="list-slice-text">
            <a:extLst xmlns:a="http://schemas.openxmlformats.org/drawingml/2006/main">
              <a:ext uri="{FF2B5EF4-FFF2-40B4-BE49-F238E27FC236}">
                <a16:creationId xmlns:a16="http://schemas.microsoft.com/office/drawing/2014/main" id="{80416AAF-3165-4C48-91B4-459F54C8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24425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nama[0]     # Rani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nama[-1]    # Bagas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nama[:2]    # ["Rani", "Dimas"]</a:t>
            </a:r>
          </a:p>
        </p:txBody>
      </p:sp>
    </p:spTree>
    <p:extLst>
      <p:ext uri="{BB962C8B-B14F-4D97-AF65-F5344CB8AC3E}">
        <p14:creationId xmlns:p14="http://schemas.microsoft.com/office/powerpoint/2010/main" val="3560685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CAC5A4-9327-47BC-B5D1-32F29A25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Perubahan isi list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61F17CA-DC4A-4B5C-BA38-90C2D519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Method menambah atau menghapus item dan dapat menggeser posisi item berikutnya.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66B4720-B335-408E-AB64-EF6BA3FB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list-methods-head-bg">
            <a:extLst xmlns:a="http://schemas.openxmlformats.org/drawingml/2006/main">
              <a:ext uri="{FF2B5EF4-FFF2-40B4-BE49-F238E27FC236}">
                <a16:creationId xmlns:a16="http://schemas.microsoft.com/office/drawing/2014/main" id="{B7E96D7E-10C7-4322-B421-DD618E0E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2870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list-methods-r0-c0">
            <a:extLst xmlns:a="http://schemas.openxmlformats.org/drawingml/2006/main">
              <a:ext uri="{FF2B5EF4-FFF2-40B4-BE49-F238E27FC236}">
                <a16:creationId xmlns:a16="http://schemas.microsoft.com/office/drawing/2014/main" id="{B4ADE911-BB14-46F4-BF07-1E525985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0032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Operasi</a:t>
            </a:r>
          </a:p>
        </p:txBody>
      </p:sp>
      <p:sp>
        <p:nvSpPr>
          <p:cNvPr id="6" name="list-methods-r0-c1">
            <a:extLst xmlns:a="http://schemas.openxmlformats.org/drawingml/2006/main">
              <a:ext uri="{FF2B5EF4-FFF2-40B4-BE49-F238E27FC236}">
                <a16:creationId xmlns:a16="http://schemas.microsoft.com/office/drawing/2014/main" id="{6E8B2661-2296-4ED2-AFD9-E0E5947E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0032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Pengaruh</a:t>
            </a:r>
          </a:p>
        </p:txBody>
      </p:sp>
      <p:sp>
        <p:nvSpPr>
          <p:cNvPr id="7" name="list-methods-v0-1">
            <a:extLst xmlns:a="http://schemas.openxmlformats.org/drawingml/2006/main">
              <a:ext uri="{FF2B5EF4-FFF2-40B4-BE49-F238E27FC236}">
                <a16:creationId xmlns:a16="http://schemas.microsoft.com/office/drawing/2014/main" id="{A00E8B7C-61C6-4959-A78D-AAC95C6F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336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list-methods-r0-c2">
            <a:extLst xmlns:a="http://schemas.openxmlformats.org/drawingml/2006/main">
              <a:ext uri="{FF2B5EF4-FFF2-40B4-BE49-F238E27FC236}">
                <a16:creationId xmlns:a16="http://schemas.microsoft.com/office/drawing/2014/main" id="{106ACAA9-36D7-40CA-B8EE-762C7453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003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Contoh</a:t>
            </a:r>
          </a:p>
        </p:txBody>
      </p:sp>
      <p:sp>
        <p:nvSpPr>
          <p:cNvPr id="9" name="list-methods-v0-2">
            <a:extLst xmlns:a="http://schemas.openxmlformats.org/drawingml/2006/main">
              <a:ext uri="{FF2B5EF4-FFF2-40B4-BE49-F238E27FC236}">
                <a16:creationId xmlns:a16="http://schemas.microsoft.com/office/drawing/2014/main" id="{5BE3C572-584D-447C-8655-0116B0EA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list-methods-r1-c0">
            <a:extLst xmlns:a="http://schemas.openxmlformats.org/drawingml/2006/main">
              <a:ext uri="{FF2B5EF4-FFF2-40B4-BE49-F238E27FC236}">
                <a16:creationId xmlns:a16="http://schemas.microsoft.com/office/drawing/2014/main" id="{74FDB0B0-C3EE-4AE2-BC74-D99B9042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527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append(item)</a:t>
            </a:r>
          </a:p>
        </p:txBody>
      </p:sp>
      <p:sp>
        <p:nvSpPr>
          <p:cNvPr id="11" name="list-methods-r1-c1">
            <a:extLst xmlns:a="http://schemas.openxmlformats.org/drawingml/2006/main">
              <a:ext uri="{FF2B5EF4-FFF2-40B4-BE49-F238E27FC236}">
                <a16:creationId xmlns:a16="http://schemas.microsoft.com/office/drawing/2014/main" id="{D934379C-E1E9-4EFA-AB24-740F02B5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5277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Tambah ke akhir</a:t>
            </a:r>
          </a:p>
        </p:txBody>
      </p:sp>
      <p:sp>
        <p:nvSpPr>
          <p:cNvPr id="12" name="list-methods-v1-1">
            <a:extLst xmlns:a="http://schemas.openxmlformats.org/drawingml/2006/main">
              <a:ext uri="{FF2B5EF4-FFF2-40B4-BE49-F238E27FC236}">
                <a16:creationId xmlns:a16="http://schemas.microsoft.com/office/drawing/2014/main" id="{3B3DCC27-110A-4820-9765-40433388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86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list-methods-r1-c2">
            <a:extLst xmlns:a="http://schemas.openxmlformats.org/drawingml/2006/main">
              <a:ext uri="{FF2B5EF4-FFF2-40B4-BE49-F238E27FC236}">
                <a16:creationId xmlns:a16="http://schemas.microsoft.com/office/drawing/2014/main" id="{3ED80981-13EE-44C8-963B-1F7C2E39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1527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antrean.append("Tono")</a:t>
            </a:r>
          </a:p>
        </p:txBody>
      </p:sp>
      <p:sp>
        <p:nvSpPr>
          <p:cNvPr id="14" name="list-methods-v1-2">
            <a:extLst xmlns:a="http://schemas.openxmlformats.org/drawingml/2006/main">
              <a:ext uri="{FF2B5EF4-FFF2-40B4-BE49-F238E27FC236}">
                <a16:creationId xmlns:a16="http://schemas.microsoft.com/office/drawing/2014/main" id="{206170B3-D3B6-4209-981E-CC8D8CBC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list-methods-h1">
            <a:extLst xmlns:a="http://schemas.openxmlformats.org/drawingml/2006/main">
              <a:ext uri="{FF2B5EF4-FFF2-40B4-BE49-F238E27FC236}">
                <a16:creationId xmlns:a16="http://schemas.microsoft.com/office/drawing/2014/main" id="{EE343482-F8DC-4D28-BB1C-63690CD6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list-methods-band-2">
            <a:extLst xmlns:a="http://schemas.openxmlformats.org/drawingml/2006/main">
              <a:ext uri="{FF2B5EF4-FFF2-40B4-BE49-F238E27FC236}">
                <a16:creationId xmlns:a16="http://schemas.microsoft.com/office/drawing/2014/main" id="{1179B9D2-8ADB-4158-B6FC-C5794CBB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ist-methods-r2-c0">
            <a:extLst xmlns:a="http://schemas.openxmlformats.org/drawingml/2006/main">
              <a:ext uri="{FF2B5EF4-FFF2-40B4-BE49-F238E27FC236}">
                <a16:creationId xmlns:a16="http://schemas.microsoft.com/office/drawing/2014/main" id="{D4EA8C88-9AD7-4153-A7E4-E088AA78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0522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remove(item)</a:t>
            </a:r>
          </a:p>
        </p:txBody>
      </p:sp>
      <p:sp>
        <p:nvSpPr>
          <p:cNvPr id="18" name="list-methods-r2-c1">
            <a:extLst xmlns:a="http://schemas.openxmlformats.org/drawingml/2006/main">
              <a:ext uri="{FF2B5EF4-FFF2-40B4-BE49-F238E27FC236}">
                <a16:creationId xmlns:a16="http://schemas.microsoft.com/office/drawing/2014/main" id="{4CCAF246-F8D0-4A4B-BD2A-C663DD7F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70522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Hapus kemunculan pertama</a:t>
            </a:r>
          </a:p>
        </p:txBody>
      </p:sp>
      <p:sp>
        <p:nvSpPr>
          <p:cNvPr id="19" name="list-methods-v2-1">
            <a:extLst xmlns:a="http://schemas.openxmlformats.org/drawingml/2006/main">
              <a:ext uri="{FF2B5EF4-FFF2-40B4-BE49-F238E27FC236}">
                <a16:creationId xmlns:a16="http://schemas.microsoft.com/office/drawing/2014/main" id="{763A917C-DD4C-4DB7-8E33-5518AA43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38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list-methods-r2-c2">
            <a:extLst xmlns:a="http://schemas.openxmlformats.org/drawingml/2006/main">
              <a:ext uri="{FF2B5EF4-FFF2-40B4-BE49-F238E27FC236}">
                <a16:creationId xmlns:a16="http://schemas.microsoft.com/office/drawing/2014/main" id="{341B12AD-08F2-4482-A350-B8FB88D5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antrean.remove("Salsa")</a:t>
            </a:r>
          </a:p>
        </p:txBody>
      </p:sp>
      <p:sp>
        <p:nvSpPr>
          <p:cNvPr id="21" name="list-methods-v2-2">
            <a:extLst xmlns:a="http://schemas.openxmlformats.org/drawingml/2006/main">
              <a:ext uri="{FF2B5EF4-FFF2-40B4-BE49-F238E27FC236}">
                <a16:creationId xmlns:a16="http://schemas.microsoft.com/office/drawing/2014/main" id="{747A56EC-A360-4C27-8473-7A62D7CA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list-methods-h2">
            <a:extLst xmlns:a="http://schemas.openxmlformats.org/drawingml/2006/main">
              <a:ext uri="{FF2B5EF4-FFF2-40B4-BE49-F238E27FC236}">
                <a16:creationId xmlns:a16="http://schemas.microsoft.com/office/drawing/2014/main" id="{8F148D0B-D311-4107-9551-72C659BA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list-methods-r3-c0">
            <a:extLst xmlns:a="http://schemas.openxmlformats.org/drawingml/2006/main">
              <a:ext uri="{FF2B5EF4-FFF2-40B4-BE49-F238E27FC236}">
                <a16:creationId xmlns:a16="http://schemas.microsoft.com/office/drawing/2014/main" id="{7E91548C-BDB1-43CB-B28C-3CFE5A90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576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pop(indeks)</a:t>
            </a:r>
          </a:p>
        </p:txBody>
      </p:sp>
      <p:sp>
        <p:nvSpPr>
          <p:cNvPr id="24" name="list-methods-r3-c1">
            <a:extLst xmlns:a="http://schemas.openxmlformats.org/drawingml/2006/main">
              <a:ext uri="{FF2B5EF4-FFF2-40B4-BE49-F238E27FC236}">
                <a16:creationId xmlns:a16="http://schemas.microsoft.com/office/drawing/2014/main" id="{DB93FB64-5348-4A4E-A0A6-C7B998B0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5767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Hapus dan ambil item pada indeks</a:t>
            </a:r>
          </a:p>
        </p:txBody>
      </p:sp>
      <p:sp>
        <p:nvSpPr>
          <p:cNvPr id="25" name="list-methods-v3-1">
            <a:extLst xmlns:a="http://schemas.openxmlformats.org/drawingml/2006/main">
              <a:ext uri="{FF2B5EF4-FFF2-40B4-BE49-F238E27FC236}">
                <a16:creationId xmlns:a16="http://schemas.microsoft.com/office/drawing/2014/main" id="{277994C4-B6E2-4F0C-9917-6D3019E8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91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list-methods-r3-c2">
            <a:extLst xmlns:a="http://schemas.openxmlformats.org/drawingml/2006/main">
              <a:ext uri="{FF2B5EF4-FFF2-40B4-BE49-F238E27FC236}">
                <a16:creationId xmlns:a16="http://schemas.microsoft.com/office/drawing/2014/main" id="{0C600124-322B-4C66-9ECD-C5B3D24E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2576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dilayani = antrean.pop(0)</a:t>
            </a:r>
          </a:p>
        </p:txBody>
      </p:sp>
      <p:sp>
        <p:nvSpPr>
          <p:cNvPr id="27" name="list-methods-v3-2">
            <a:extLst xmlns:a="http://schemas.openxmlformats.org/drawingml/2006/main">
              <a:ext uri="{FF2B5EF4-FFF2-40B4-BE49-F238E27FC236}">
                <a16:creationId xmlns:a16="http://schemas.microsoft.com/office/drawing/2014/main" id="{2CAA14A9-35F9-414B-88DF-FCB81A19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list-methods-h3">
            <a:extLst xmlns:a="http://schemas.openxmlformats.org/drawingml/2006/main">
              <a:ext uri="{FF2B5EF4-FFF2-40B4-BE49-F238E27FC236}">
                <a16:creationId xmlns:a16="http://schemas.microsoft.com/office/drawing/2014/main" id="{6AAD7A25-FF69-4A2C-B54B-093E9E07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list-methods-band-4">
            <a:extLst xmlns:a="http://schemas.openxmlformats.org/drawingml/2006/main">
              <a:ext uri="{FF2B5EF4-FFF2-40B4-BE49-F238E27FC236}">
                <a16:creationId xmlns:a16="http://schemas.microsoft.com/office/drawing/2014/main" id="{1D90245E-DA64-42FF-8118-F3FB49C2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list-methods-r4-c0">
            <a:extLst xmlns:a="http://schemas.openxmlformats.org/drawingml/2006/main">
              <a:ext uri="{FF2B5EF4-FFF2-40B4-BE49-F238E27FC236}">
                <a16:creationId xmlns:a16="http://schemas.microsoft.com/office/drawing/2014/main" id="{A1AB8E28-2FF2-48B9-ADC3-0B7D7491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81012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pop()</a:t>
            </a:r>
          </a:p>
        </p:txBody>
      </p:sp>
      <p:sp>
        <p:nvSpPr>
          <p:cNvPr id="31" name="list-methods-r4-c1">
            <a:extLst xmlns:a="http://schemas.openxmlformats.org/drawingml/2006/main">
              <a:ext uri="{FF2B5EF4-FFF2-40B4-BE49-F238E27FC236}">
                <a16:creationId xmlns:a16="http://schemas.microsoft.com/office/drawing/2014/main" id="{B10A25A3-89D7-4A45-8BA5-447EB639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81012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Hapus dan ambil item terakhir</a:t>
            </a:r>
          </a:p>
        </p:txBody>
      </p:sp>
      <p:sp>
        <p:nvSpPr>
          <p:cNvPr id="32" name="list-methods-v4-1">
            <a:extLst xmlns:a="http://schemas.openxmlformats.org/drawingml/2006/main">
              <a:ext uri="{FF2B5EF4-FFF2-40B4-BE49-F238E27FC236}">
                <a16:creationId xmlns:a16="http://schemas.microsoft.com/office/drawing/2014/main" id="{DB72C92B-975E-4372-8AC7-43DE0C2C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list-methods-r4-c2">
            <a:extLst xmlns:a="http://schemas.openxmlformats.org/drawingml/2006/main">
              <a:ext uri="{FF2B5EF4-FFF2-40B4-BE49-F238E27FC236}">
                <a16:creationId xmlns:a16="http://schemas.microsoft.com/office/drawing/2014/main" id="{B67CCDD5-18DF-4A30-9D78-8DBAC40A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8101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item = antrean.pop()</a:t>
            </a:r>
          </a:p>
        </p:txBody>
      </p:sp>
      <p:sp>
        <p:nvSpPr>
          <p:cNvPr id="34" name="list-methods-v4-2">
            <a:extLst xmlns:a="http://schemas.openxmlformats.org/drawingml/2006/main">
              <a:ext uri="{FF2B5EF4-FFF2-40B4-BE49-F238E27FC236}">
                <a16:creationId xmlns:a16="http://schemas.microsoft.com/office/drawing/2014/main" id="{EDD3A2E7-C268-4E3B-9C3A-7C8D326A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list-methods-h4">
            <a:extLst xmlns:a="http://schemas.openxmlformats.org/drawingml/2006/main">
              <a:ext uri="{FF2B5EF4-FFF2-40B4-BE49-F238E27FC236}">
                <a16:creationId xmlns:a16="http://schemas.microsoft.com/office/drawing/2014/main" id="{D44EBB4F-B7AF-449E-A4B8-CF00A1E9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list-methods-r5-c0">
            <a:extLst xmlns:a="http://schemas.openxmlformats.org/drawingml/2006/main">
              <a:ext uri="{FF2B5EF4-FFF2-40B4-BE49-F238E27FC236}">
                <a16:creationId xmlns:a16="http://schemas.microsoft.com/office/drawing/2014/main" id="{0049A40C-3C80-4CC8-81C9-82670353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3625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copy()</a:t>
            </a:r>
          </a:p>
        </p:txBody>
      </p:sp>
      <p:sp>
        <p:nvSpPr>
          <p:cNvPr id="37" name="list-methods-r5-c1">
            <a:extLst xmlns:a="http://schemas.openxmlformats.org/drawingml/2006/main">
              <a:ext uri="{FF2B5EF4-FFF2-40B4-BE49-F238E27FC236}">
                <a16:creationId xmlns:a16="http://schemas.microsoft.com/office/drawing/2014/main" id="{5B02DD2D-4B32-48D2-B8BE-41493D6E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36257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Salin list luar</a:t>
            </a:r>
          </a:p>
        </p:txBody>
      </p:sp>
      <p:sp>
        <p:nvSpPr>
          <p:cNvPr id="38" name="list-methods-v5-1">
            <a:extLst xmlns:a="http://schemas.openxmlformats.org/drawingml/2006/main">
              <a:ext uri="{FF2B5EF4-FFF2-40B4-BE49-F238E27FC236}">
                <a16:creationId xmlns:a16="http://schemas.microsoft.com/office/drawing/2014/main" id="{12199DF6-1309-4F9B-9E8D-41A3346A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959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9" name="list-methods-r5-c2">
            <a:extLst xmlns:a="http://schemas.openxmlformats.org/drawingml/2006/main">
              <a:ext uri="{FF2B5EF4-FFF2-40B4-BE49-F238E27FC236}">
                <a16:creationId xmlns:a16="http://schemas.microsoft.com/office/drawing/2014/main" id="{5C2D7A29-BD59-4EDC-982D-31463244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3625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ringkasan = antrean.copy()</a:t>
            </a:r>
          </a:p>
        </p:txBody>
      </p:sp>
      <p:sp>
        <p:nvSpPr>
          <p:cNvPr id="40" name="list-methods-v5-2">
            <a:extLst xmlns:a="http://schemas.openxmlformats.org/drawingml/2006/main">
              <a:ext uri="{FF2B5EF4-FFF2-40B4-BE49-F238E27FC236}">
                <a16:creationId xmlns:a16="http://schemas.microsoft.com/office/drawing/2014/main" id="{AC40B46E-0314-418F-A712-231B6DD3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list-methods-h5">
            <a:extLst xmlns:a="http://schemas.openxmlformats.org/drawingml/2006/main">
              <a:ext uri="{FF2B5EF4-FFF2-40B4-BE49-F238E27FC236}">
                <a16:creationId xmlns:a16="http://schemas.microsoft.com/office/drawing/2014/main" id="{374A79E1-1F4B-40FE-9C1F-214BD7DF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2" name="list-shift-note">
            <a:extLst xmlns:a="http://schemas.openxmlformats.org/drawingml/2006/main">
              <a:ext uri="{FF2B5EF4-FFF2-40B4-BE49-F238E27FC236}">
                <a16:creationId xmlns:a16="http://schemas.microsoft.com/office/drawing/2014/main" id="{E105EB87-C03D-4EDF-9A86-A98179EE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81700"/>
            <a:ext cx="952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Setelah penghapusan, indeks item di belakangnya berubah.</a:t>
            </a:r>
          </a:p>
        </p:txBody>
      </p:sp>
    </p:spTree>
    <p:extLst>
      <p:ext uri="{BB962C8B-B14F-4D97-AF65-F5344CB8AC3E}">
        <p14:creationId xmlns:p14="http://schemas.microsoft.com/office/powerpoint/2010/main" val="411188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C9B74B-C0D7-47A3-9DAD-465B4671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Nested list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D1D47AD-E4D2-433E-84A2-1FC65C06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List di dalam list dapat menyimpan tabel dengan susunan baris dan kolom.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ABCFBD2-D342-4150-B07C-BDECA2C8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nested-grid-head-bg">
            <a:extLst xmlns:a="http://schemas.openxmlformats.org/drawingml/2006/main">
              <a:ext uri="{FF2B5EF4-FFF2-40B4-BE49-F238E27FC236}">
                <a16:creationId xmlns:a16="http://schemas.microsoft.com/office/drawing/2014/main" id="{AA506921-FA74-4745-9009-AB96C2FD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14625"/>
            <a:ext cx="6810375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nested-grid-r0-c0">
            <a:extLst xmlns:a="http://schemas.openxmlformats.org/drawingml/2006/main">
              <a:ext uri="{FF2B5EF4-FFF2-40B4-BE49-F238E27FC236}">
                <a16:creationId xmlns:a16="http://schemas.microsoft.com/office/drawing/2014/main" id="{D618920B-8FFE-412B-A0ED-281C9A3A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19400"/>
            <a:ext cx="866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nested-grid-r0-c1">
            <a:extLst xmlns:a="http://schemas.openxmlformats.org/drawingml/2006/main">
              <a:ext uri="{FF2B5EF4-FFF2-40B4-BE49-F238E27FC236}">
                <a16:creationId xmlns:a16="http://schemas.microsoft.com/office/drawing/2014/main" id="{183C04F0-1D4B-4C06-B3CA-BA017D3E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19400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Ujian 1</a:t>
            </a:r>
          </a:p>
        </p:txBody>
      </p:sp>
      <p:sp>
        <p:nvSpPr>
          <p:cNvPr id="7" name="nested-grid-v0-1">
            <a:extLst xmlns:a="http://schemas.openxmlformats.org/drawingml/2006/main">
              <a:ext uri="{FF2B5EF4-FFF2-40B4-BE49-F238E27FC236}">
                <a16:creationId xmlns:a16="http://schemas.microsoft.com/office/drawing/2014/main" id="{4D664765-104E-403C-A0D6-96730ACD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5272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nested-grid-r0-c2">
            <a:extLst xmlns:a="http://schemas.openxmlformats.org/drawingml/2006/main">
              <a:ext uri="{FF2B5EF4-FFF2-40B4-BE49-F238E27FC236}">
                <a16:creationId xmlns:a16="http://schemas.microsoft.com/office/drawing/2014/main" id="{00B22C0A-C9F4-4927-863D-A8C039EC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19400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Ujian 2</a:t>
            </a:r>
          </a:p>
        </p:txBody>
      </p:sp>
      <p:sp>
        <p:nvSpPr>
          <p:cNvPr id="9" name="nested-grid-v0-2">
            <a:extLst xmlns:a="http://schemas.openxmlformats.org/drawingml/2006/main">
              <a:ext uri="{FF2B5EF4-FFF2-40B4-BE49-F238E27FC236}">
                <a16:creationId xmlns:a16="http://schemas.microsoft.com/office/drawing/2014/main" id="{3E7C8D75-0353-4087-B581-F9388E73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5272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nested-grid-r0-c3">
            <a:extLst xmlns:a="http://schemas.openxmlformats.org/drawingml/2006/main">
              <a:ext uri="{FF2B5EF4-FFF2-40B4-BE49-F238E27FC236}">
                <a16:creationId xmlns:a16="http://schemas.microsoft.com/office/drawing/2014/main" id="{D664DE0D-0102-49A5-9FDD-2159FB33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19400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Ujian 3</a:t>
            </a:r>
          </a:p>
        </p:txBody>
      </p:sp>
      <p:sp>
        <p:nvSpPr>
          <p:cNvPr id="11" name="nested-grid-v0-3">
            <a:extLst xmlns:a="http://schemas.openxmlformats.org/drawingml/2006/main">
              <a:ext uri="{FF2B5EF4-FFF2-40B4-BE49-F238E27FC236}">
                <a16:creationId xmlns:a16="http://schemas.microsoft.com/office/drawing/2014/main" id="{8C6332C9-80D4-4A3B-A818-993665FD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5272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2" name="nested-grid-r1-c0">
            <a:extLst xmlns:a="http://schemas.openxmlformats.org/drawingml/2006/main">
              <a:ext uri="{FF2B5EF4-FFF2-40B4-BE49-F238E27FC236}">
                <a16:creationId xmlns:a16="http://schemas.microsoft.com/office/drawing/2014/main" id="{CCBA438D-5369-4B2B-9B21-1694ED0D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438525"/>
            <a:ext cx="866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Rani</a:t>
            </a:r>
          </a:p>
        </p:txBody>
      </p:sp>
      <p:sp>
        <p:nvSpPr>
          <p:cNvPr id="13" name="nested-grid-r1-c1">
            <a:extLst xmlns:a="http://schemas.openxmlformats.org/drawingml/2006/main">
              <a:ext uri="{FF2B5EF4-FFF2-40B4-BE49-F238E27FC236}">
                <a16:creationId xmlns:a16="http://schemas.microsoft.com/office/drawing/2014/main" id="{6329C3E0-8B5A-4AD0-8C97-169C9222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38525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78</a:t>
            </a:r>
          </a:p>
        </p:txBody>
      </p:sp>
      <p:sp>
        <p:nvSpPr>
          <p:cNvPr id="14" name="nested-grid-v1-1">
            <a:extLst xmlns:a="http://schemas.openxmlformats.org/drawingml/2006/main">
              <a:ext uri="{FF2B5EF4-FFF2-40B4-BE49-F238E27FC236}">
                <a16:creationId xmlns:a16="http://schemas.microsoft.com/office/drawing/2014/main" id="{FBF81515-85C3-40D7-9E7B-368A605A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71850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nested-grid-r1-c2">
            <a:extLst xmlns:a="http://schemas.openxmlformats.org/drawingml/2006/main">
              <a:ext uri="{FF2B5EF4-FFF2-40B4-BE49-F238E27FC236}">
                <a16:creationId xmlns:a16="http://schemas.microsoft.com/office/drawing/2014/main" id="{F3AC1715-F0E6-42F5-BA33-78D3D9AC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38525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84</a:t>
            </a:r>
          </a:p>
        </p:txBody>
      </p:sp>
      <p:sp>
        <p:nvSpPr>
          <p:cNvPr id="16" name="nested-grid-v1-2">
            <a:extLst xmlns:a="http://schemas.openxmlformats.org/drawingml/2006/main">
              <a:ext uri="{FF2B5EF4-FFF2-40B4-BE49-F238E27FC236}">
                <a16:creationId xmlns:a16="http://schemas.microsoft.com/office/drawing/2014/main" id="{3D805ADA-CA00-42A7-83C5-956D62AD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71850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nested-grid-r1-c3">
            <a:extLst xmlns:a="http://schemas.openxmlformats.org/drawingml/2006/main">
              <a:ext uri="{FF2B5EF4-FFF2-40B4-BE49-F238E27FC236}">
                <a16:creationId xmlns:a16="http://schemas.microsoft.com/office/drawing/2014/main" id="{69C526E9-8469-4583-8D85-04F837D1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38525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88</a:t>
            </a:r>
          </a:p>
        </p:txBody>
      </p:sp>
      <p:sp>
        <p:nvSpPr>
          <p:cNvPr id="18" name="nested-grid-v1-3">
            <a:extLst xmlns:a="http://schemas.openxmlformats.org/drawingml/2006/main">
              <a:ext uri="{FF2B5EF4-FFF2-40B4-BE49-F238E27FC236}">
                <a16:creationId xmlns:a16="http://schemas.microsoft.com/office/drawing/2014/main" id="{A67C833B-DA3D-424E-A625-3C09A7DD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71850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9" name="nested-grid-h1">
            <a:extLst xmlns:a="http://schemas.openxmlformats.org/drawingml/2006/main">
              <a:ext uri="{FF2B5EF4-FFF2-40B4-BE49-F238E27FC236}">
                <a16:creationId xmlns:a16="http://schemas.microsoft.com/office/drawing/2014/main" id="{C9E7A3B1-A1AB-424E-A4B5-61CF865F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nested-grid-band-2">
            <a:extLst xmlns:a="http://schemas.openxmlformats.org/drawingml/2006/main">
              <a:ext uri="{FF2B5EF4-FFF2-40B4-BE49-F238E27FC236}">
                <a16:creationId xmlns:a16="http://schemas.microsoft.com/office/drawing/2014/main" id="{D45B5B1C-507D-466F-A357-1D24C947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6810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ested-grid-r2-c0">
            <a:extLst xmlns:a="http://schemas.openxmlformats.org/drawingml/2006/main">
              <a:ext uri="{FF2B5EF4-FFF2-40B4-BE49-F238E27FC236}">
                <a16:creationId xmlns:a16="http://schemas.microsoft.com/office/drawing/2014/main" id="{CF846BB3-E3FD-4137-879D-72CB2745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57650"/>
            <a:ext cx="866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Dimas</a:t>
            </a:r>
          </a:p>
        </p:txBody>
      </p:sp>
      <p:sp>
        <p:nvSpPr>
          <p:cNvPr id="22" name="nested-grid-r2-c1">
            <a:extLst xmlns:a="http://schemas.openxmlformats.org/drawingml/2006/main">
              <a:ext uri="{FF2B5EF4-FFF2-40B4-BE49-F238E27FC236}">
                <a16:creationId xmlns:a16="http://schemas.microsoft.com/office/drawing/2014/main" id="{2A4CA648-FC3D-4A6C-96D3-ADD4EB78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57650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90</a:t>
            </a:r>
          </a:p>
        </p:txBody>
      </p:sp>
      <p:sp>
        <p:nvSpPr>
          <p:cNvPr id="23" name="nested-grid-v2-1">
            <a:extLst xmlns:a="http://schemas.openxmlformats.org/drawingml/2006/main">
              <a:ext uri="{FF2B5EF4-FFF2-40B4-BE49-F238E27FC236}">
                <a16:creationId xmlns:a16="http://schemas.microsoft.com/office/drawing/2014/main" id="{E99ACF30-1022-450F-9185-628BEF46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9097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nested-grid-r2-c2">
            <a:extLst xmlns:a="http://schemas.openxmlformats.org/drawingml/2006/main">
              <a:ext uri="{FF2B5EF4-FFF2-40B4-BE49-F238E27FC236}">
                <a16:creationId xmlns:a16="http://schemas.microsoft.com/office/drawing/2014/main" id="{3CDAABC7-BACF-4F63-964A-88A34158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57650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76</a:t>
            </a:r>
          </a:p>
        </p:txBody>
      </p:sp>
      <p:sp>
        <p:nvSpPr>
          <p:cNvPr id="25" name="nested-grid-v2-2">
            <a:extLst xmlns:a="http://schemas.openxmlformats.org/drawingml/2006/main">
              <a:ext uri="{FF2B5EF4-FFF2-40B4-BE49-F238E27FC236}">
                <a16:creationId xmlns:a16="http://schemas.microsoft.com/office/drawing/2014/main" id="{1D599B31-5379-4252-A04A-E386F71C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9097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nested-grid-r2-c3">
            <a:extLst xmlns:a="http://schemas.openxmlformats.org/drawingml/2006/main">
              <a:ext uri="{FF2B5EF4-FFF2-40B4-BE49-F238E27FC236}">
                <a16:creationId xmlns:a16="http://schemas.microsoft.com/office/drawing/2014/main" id="{59C5B3CD-79D6-4AA8-8C9E-A8BB54FF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57650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82</a:t>
            </a:r>
          </a:p>
        </p:txBody>
      </p:sp>
      <p:sp>
        <p:nvSpPr>
          <p:cNvPr id="27" name="nested-grid-v2-3">
            <a:extLst xmlns:a="http://schemas.openxmlformats.org/drawingml/2006/main">
              <a:ext uri="{FF2B5EF4-FFF2-40B4-BE49-F238E27FC236}">
                <a16:creationId xmlns:a16="http://schemas.microsoft.com/office/drawing/2014/main" id="{8877406B-6FC5-4598-9415-A39A85C5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9097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nested-grid-h2">
            <a:extLst xmlns:a="http://schemas.openxmlformats.org/drawingml/2006/main">
              <a:ext uri="{FF2B5EF4-FFF2-40B4-BE49-F238E27FC236}">
                <a16:creationId xmlns:a16="http://schemas.microsoft.com/office/drawing/2014/main" id="{7D4F5F8A-516F-4A4A-ABF9-204AE118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nested-grid-r3-c0">
            <a:extLst xmlns:a="http://schemas.openxmlformats.org/drawingml/2006/main">
              <a:ext uri="{FF2B5EF4-FFF2-40B4-BE49-F238E27FC236}">
                <a16:creationId xmlns:a16="http://schemas.microsoft.com/office/drawing/2014/main" id="{1EF5F254-A30E-4577-AAE8-7ED03B7E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76775"/>
            <a:ext cx="866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Salsa</a:t>
            </a:r>
          </a:p>
        </p:txBody>
      </p:sp>
      <p:sp>
        <p:nvSpPr>
          <p:cNvPr id="30" name="nested-grid-r3-c1">
            <a:extLst xmlns:a="http://schemas.openxmlformats.org/drawingml/2006/main">
              <a:ext uri="{FF2B5EF4-FFF2-40B4-BE49-F238E27FC236}">
                <a16:creationId xmlns:a16="http://schemas.microsoft.com/office/drawing/2014/main" id="{A7D20EE0-359F-49A8-8BA0-5E98421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76775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85</a:t>
            </a:r>
          </a:p>
        </p:txBody>
      </p:sp>
      <p:sp>
        <p:nvSpPr>
          <p:cNvPr id="31" name="nested-grid-v3-1">
            <a:extLst xmlns:a="http://schemas.openxmlformats.org/drawingml/2006/main">
              <a:ext uri="{FF2B5EF4-FFF2-40B4-BE49-F238E27FC236}">
                <a16:creationId xmlns:a16="http://schemas.microsoft.com/office/drawing/2014/main" id="{1D1657CB-D1A3-4CEC-8E5C-93592DAF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10100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2" name="nested-grid-r3-c2">
            <a:extLst xmlns:a="http://schemas.openxmlformats.org/drawingml/2006/main">
              <a:ext uri="{FF2B5EF4-FFF2-40B4-BE49-F238E27FC236}">
                <a16:creationId xmlns:a16="http://schemas.microsoft.com/office/drawing/2014/main" id="{DB23E903-22EC-45D6-8E57-6D81B661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76775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89</a:t>
            </a:r>
          </a:p>
        </p:txBody>
      </p:sp>
      <p:sp>
        <p:nvSpPr>
          <p:cNvPr id="33" name="nested-grid-v3-2">
            <a:extLst xmlns:a="http://schemas.openxmlformats.org/drawingml/2006/main">
              <a:ext uri="{FF2B5EF4-FFF2-40B4-BE49-F238E27FC236}">
                <a16:creationId xmlns:a16="http://schemas.microsoft.com/office/drawing/2014/main" id="{9CE36A1F-DCD8-4EAD-92BD-97D04B59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10100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4" name="nested-grid-r3-c3">
            <a:extLst xmlns:a="http://schemas.openxmlformats.org/drawingml/2006/main">
              <a:ext uri="{FF2B5EF4-FFF2-40B4-BE49-F238E27FC236}">
                <a16:creationId xmlns:a16="http://schemas.microsoft.com/office/drawing/2014/main" id="{C111D111-323B-434A-80FB-086C9237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76775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91</a:t>
            </a:r>
          </a:p>
        </p:txBody>
      </p:sp>
      <p:sp>
        <p:nvSpPr>
          <p:cNvPr id="35" name="nested-grid-v3-3">
            <a:extLst xmlns:a="http://schemas.openxmlformats.org/drawingml/2006/main">
              <a:ext uri="{FF2B5EF4-FFF2-40B4-BE49-F238E27FC236}">
                <a16:creationId xmlns:a16="http://schemas.microsoft.com/office/drawing/2014/main" id="{A27A3377-7C98-4EA8-B063-ACFA62B9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10100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nested-grid-h3">
            <a:extLst xmlns:a="http://schemas.openxmlformats.org/drawingml/2006/main">
              <a:ext uri="{FF2B5EF4-FFF2-40B4-BE49-F238E27FC236}">
                <a16:creationId xmlns:a16="http://schemas.microsoft.com/office/drawing/2014/main" id="{7CB6CCED-C0A1-46F9-B8B4-7A407D2D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7" name="nested-access-bg">
            <a:extLst xmlns:a="http://schemas.openxmlformats.org/drawingml/2006/main">
              <a:ext uri="{FF2B5EF4-FFF2-40B4-BE49-F238E27FC236}">
                <a16:creationId xmlns:a16="http://schemas.microsoft.com/office/drawing/2014/main" id="{520DBFFF-5338-4C17-9890-9A20D7B9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24500"/>
            <a:ext cx="5143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38" name="nested-access-text">
            <a:extLst xmlns:a="http://schemas.openxmlformats.org/drawingml/2006/main">
              <a:ext uri="{FF2B5EF4-FFF2-40B4-BE49-F238E27FC236}">
                <a16:creationId xmlns:a16="http://schemas.microsoft.com/office/drawing/2014/main" id="{D31CB81D-9329-4C4C-979D-C224AA95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34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nilai[1][2] = 82</a:t>
            </a:r>
          </a:p>
        </p:txBody>
      </p:sp>
    </p:spTree>
    <p:extLst>
      <p:ext uri="{BB962C8B-B14F-4D97-AF65-F5344CB8AC3E}">
        <p14:creationId xmlns:p14="http://schemas.microsoft.com/office/powerpoint/2010/main" val="86084154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AACE39-A275-4290-B517-F5867224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Dictionary dan items()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FCBA465-77B2-4AD0-B128-B7DD3CDA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Dictionary memetakan key ke value. items() membaca keduanya sebagai pasangan.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1F10DAA-61A7-43F7-A8F5-F11F9C14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dict-code-bg">
            <a:extLst xmlns:a="http://schemas.openxmlformats.org/drawingml/2006/main">
              <a:ext uri="{FF2B5EF4-FFF2-40B4-BE49-F238E27FC236}">
                <a16:creationId xmlns:a16="http://schemas.microsoft.com/office/drawing/2014/main" id="{CF9DD886-11BF-4777-A04F-32260C99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447675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dict-code-text">
            <a:extLst xmlns:a="http://schemas.openxmlformats.org/drawingml/2006/main">
              <a:ext uri="{FF2B5EF4-FFF2-40B4-BE49-F238E27FC236}">
                <a16:creationId xmlns:a16="http://schemas.microsoft.com/office/drawing/2014/main" id="{7FF718D9-7AA3-44A4-B3A0-079DC441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"/>
            <a:ext cx="4000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produk = {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"nama": "Pensil",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"stok": 8,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"minimum": 15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produk["stok"]</a:t>
            </a:r>
          </a:p>
        </p:txBody>
      </p:sp>
      <p:sp>
        <p:nvSpPr>
          <p:cNvPr id="6" name="kv-0">
            <a:extLst xmlns:a="http://schemas.openxmlformats.org/drawingml/2006/main">
              <a:ext uri="{FF2B5EF4-FFF2-40B4-BE49-F238E27FC236}">
                <a16:creationId xmlns:a16="http://schemas.microsoft.com/office/drawing/2014/main" id="{171ABFBA-5F3A-4976-B2AD-8AAF250B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000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kv-k-0">
            <a:extLst xmlns:a="http://schemas.openxmlformats.org/drawingml/2006/main">
              <a:ext uri="{FF2B5EF4-FFF2-40B4-BE49-F238E27FC236}">
                <a16:creationId xmlns:a16="http://schemas.microsoft.com/office/drawing/2014/main" id="{E7DA0BC9-222E-457B-B495-507199E4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241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nama</a:t>
            </a:r>
          </a:p>
        </p:txBody>
      </p:sp>
      <p:sp>
        <p:nvSpPr>
          <p:cNvPr id="8" name="kv-v-0">
            <a:extLst xmlns:a="http://schemas.openxmlformats.org/drawingml/2006/main">
              <a:ext uri="{FF2B5EF4-FFF2-40B4-BE49-F238E27FC236}">
                <a16:creationId xmlns:a16="http://schemas.microsoft.com/office/drawing/2014/main" id="{BBC69985-4D95-49AD-AA60-854A0BD0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241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Pensil</a:t>
            </a:r>
          </a:p>
        </p:txBody>
      </p:sp>
      <p:sp>
        <p:nvSpPr>
          <p:cNvPr id="9" name="kv-1">
            <a:extLst xmlns:a="http://schemas.openxmlformats.org/drawingml/2006/main">
              <a:ext uri="{FF2B5EF4-FFF2-40B4-BE49-F238E27FC236}">
                <a16:creationId xmlns:a16="http://schemas.microsoft.com/office/drawing/2014/main" id="{34DE134C-605F-49E5-9E81-FBB3D00A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000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0" name="kv-k-1">
            <a:extLst xmlns:a="http://schemas.openxmlformats.org/drawingml/2006/main">
              <a:ext uri="{FF2B5EF4-FFF2-40B4-BE49-F238E27FC236}">
                <a16:creationId xmlns:a16="http://schemas.microsoft.com/office/drawing/2014/main" id="{5C40A3D7-3288-422F-A6D3-ADC2F7E8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052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stok</a:t>
            </a:r>
          </a:p>
        </p:txBody>
      </p:sp>
      <p:sp>
        <p:nvSpPr>
          <p:cNvPr id="11" name="kv-v-1">
            <a:extLst xmlns:a="http://schemas.openxmlformats.org/drawingml/2006/main">
              <a:ext uri="{FF2B5EF4-FFF2-40B4-BE49-F238E27FC236}">
                <a16:creationId xmlns:a16="http://schemas.microsoft.com/office/drawing/2014/main" id="{5B4C53AC-E557-4187-9E4D-A226478A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052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12" name="kv-2">
            <a:extLst xmlns:a="http://schemas.openxmlformats.org/drawingml/2006/main">
              <a:ext uri="{FF2B5EF4-FFF2-40B4-BE49-F238E27FC236}">
                <a16:creationId xmlns:a16="http://schemas.microsoft.com/office/drawing/2014/main" id="{AE6E4F25-3C1B-4E41-8114-F88FFB83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4000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3" name="kv-k-2">
            <a:extLst xmlns:a="http://schemas.openxmlformats.org/drawingml/2006/main">
              <a:ext uri="{FF2B5EF4-FFF2-40B4-BE49-F238E27FC236}">
                <a16:creationId xmlns:a16="http://schemas.microsoft.com/office/drawing/2014/main" id="{FDBAB115-5E2F-4C69-A8B0-1B512176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862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minimum</a:t>
            </a:r>
          </a:p>
        </p:txBody>
      </p:sp>
      <p:sp>
        <p:nvSpPr>
          <p:cNvPr id="14" name="kv-v-2">
            <a:extLst xmlns:a="http://schemas.openxmlformats.org/drawingml/2006/main">
              <a:ext uri="{FF2B5EF4-FFF2-40B4-BE49-F238E27FC236}">
                <a16:creationId xmlns:a16="http://schemas.microsoft.com/office/drawing/2014/main" id="{C4134D26-071F-46CA-9746-05AFAB41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862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15</a:t>
            </a:r>
          </a:p>
        </p:txBody>
      </p:sp>
      <p:sp>
        <p:nvSpPr>
          <p:cNvPr id="15" name="items-code">
            <a:extLst xmlns:a="http://schemas.openxmlformats.org/drawingml/2006/main">
              <a:ext uri="{FF2B5EF4-FFF2-40B4-BE49-F238E27FC236}">
                <a16:creationId xmlns:a16="http://schemas.microsoft.com/office/drawing/2014/main" id="{EF93C510-3B9A-4C87-B6D0-0CABC91C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86375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for key, value in produk.items():</a:t>
            </a:r>
          </a:p>
        </p:txBody>
      </p:sp>
    </p:spTree>
    <p:extLst>
      <p:ext uri="{BB962C8B-B14F-4D97-AF65-F5344CB8AC3E}">
        <p14:creationId xmlns:p14="http://schemas.microsoft.com/office/powerpoint/2010/main" val="21381234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9BC027-A41B-4866-B246-2306334F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Record dan ringkasan data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E4CA728-1319-4706-8388-72931195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List of dictionaries menyimpan satu record pada setiap dictionary.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DE23884-1DD6-4411-B1BD-8ABCD634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records-bg">
            <a:extLst xmlns:a="http://schemas.openxmlformats.org/drawingml/2006/main">
              <a:ext uri="{FF2B5EF4-FFF2-40B4-BE49-F238E27FC236}">
                <a16:creationId xmlns:a16="http://schemas.microsoft.com/office/drawing/2014/main" id="{AC8A2FC1-1572-4BCE-9B10-062A555C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533400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5" name="records-text">
            <a:extLst xmlns:a="http://schemas.openxmlformats.org/drawingml/2006/main">
              <a:ext uri="{FF2B5EF4-FFF2-40B4-BE49-F238E27FC236}">
                <a16:creationId xmlns:a16="http://schemas.microsoft.com/office/drawing/2014/main" id="{0D6A95B7-0F5B-409D-8EF4-ABFED76E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48577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produk = [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{"nama": "Pensil", "stok": 8, "min": 15},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{"nama": "Buku", "stok": 24, "min": 10},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{"nama": "Penghapus", "stok": 6, "min": 12}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]</a:t>
            </a:r>
          </a:p>
        </p:txBody>
      </p:sp>
      <p:sp>
        <p:nvSpPr>
          <p:cNvPr id="6" name="record-step-0-panel">
            <a:extLst xmlns:a="http://schemas.openxmlformats.org/drawingml/2006/main">
              <a:ext uri="{FF2B5EF4-FFF2-40B4-BE49-F238E27FC236}">
                <a16:creationId xmlns:a16="http://schemas.microsoft.com/office/drawing/2014/main" id="{0488E0D6-C8AF-4E39-8C6C-853F2859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record-step-0-head">
            <a:extLst xmlns:a="http://schemas.openxmlformats.org/drawingml/2006/main">
              <a:ext uri="{FF2B5EF4-FFF2-40B4-BE49-F238E27FC236}">
                <a16:creationId xmlns:a16="http://schemas.microsoft.com/office/drawing/2014/main" id="{7862802D-96A1-4840-BFBA-01F22C6D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705100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Pilih</a:t>
            </a:r>
          </a:p>
        </p:txBody>
      </p:sp>
      <p:sp>
        <p:nvSpPr>
          <p:cNvPr id="8" name="record-step-0-body">
            <a:extLst xmlns:a="http://schemas.openxmlformats.org/drawingml/2006/main">
              <a:ext uri="{FF2B5EF4-FFF2-40B4-BE49-F238E27FC236}">
                <a16:creationId xmlns:a16="http://schemas.microsoft.com/office/drawing/2014/main" id="{11879305-8571-4D7B-B5E3-9912D6C6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57525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stok &lt; minimum</a:t>
            </a:r>
          </a:p>
        </p:txBody>
      </p:sp>
      <p:sp>
        <p:nvSpPr>
          <p:cNvPr id="9" name="record-step-1-panel">
            <a:extLst xmlns:a="http://schemas.openxmlformats.org/drawingml/2006/main">
              <a:ext uri="{FF2B5EF4-FFF2-40B4-BE49-F238E27FC236}">
                <a16:creationId xmlns:a16="http://schemas.microsoft.com/office/drawing/2014/main" id="{90B2B871-972A-487D-8DA3-F0ED4BF6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0"/>
            <a:ext cx="3714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0" name="record-step-1-head">
            <a:extLst xmlns:a="http://schemas.openxmlformats.org/drawingml/2006/main">
              <a:ext uri="{FF2B5EF4-FFF2-40B4-BE49-F238E27FC236}">
                <a16:creationId xmlns:a16="http://schemas.microsoft.com/office/drawing/2014/main" id="{B5374E45-07CF-43B3-A5A0-3B8FED60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848100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Ringkas</a:t>
            </a:r>
          </a:p>
        </p:txBody>
      </p:sp>
      <p:sp>
        <p:nvSpPr>
          <p:cNvPr id="11" name="record-step-1-body">
            <a:extLst xmlns:a="http://schemas.openxmlformats.org/drawingml/2006/main">
              <a:ext uri="{FF2B5EF4-FFF2-40B4-BE49-F238E27FC236}">
                <a16:creationId xmlns:a16="http://schemas.microsoft.com/office/drawing/2014/main" id="{FB37B868-B8A4-413E-BD87-91E1FDF9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200525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len, sum, min, max</a:t>
            </a:r>
          </a:p>
        </p:txBody>
      </p:sp>
      <p:sp>
        <p:nvSpPr>
          <p:cNvPr id="12" name="record-step-2-panel">
            <a:extLst xmlns:a="http://schemas.openxmlformats.org/drawingml/2006/main">
              <a:ext uri="{FF2B5EF4-FFF2-40B4-BE49-F238E27FC236}">
                <a16:creationId xmlns:a16="http://schemas.microsoft.com/office/drawing/2014/main" id="{CDE1A854-F7AA-4A50-A01B-7B406D3F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57750"/>
            <a:ext cx="3714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3" name="record-step-2-head">
            <a:extLst xmlns:a="http://schemas.openxmlformats.org/drawingml/2006/main">
              <a:ext uri="{FF2B5EF4-FFF2-40B4-BE49-F238E27FC236}">
                <a16:creationId xmlns:a16="http://schemas.microsoft.com/office/drawing/2014/main" id="{99DB9ED7-21C3-4654-BBB4-396D8CA4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991100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Urutkan</a:t>
            </a:r>
          </a:p>
        </p:txBody>
      </p:sp>
      <p:sp>
        <p:nvSpPr>
          <p:cNvPr id="14" name="record-step-2-body">
            <a:extLst xmlns:a="http://schemas.openxmlformats.org/drawingml/2006/main">
              <a:ext uri="{FF2B5EF4-FFF2-40B4-BE49-F238E27FC236}">
                <a16:creationId xmlns:a16="http://schemas.microsoft.com/office/drawing/2014/main" id="{1F167D69-AD1F-4910-8DD5-94F5C293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343525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sorted(...)</a:t>
            </a:r>
          </a:p>
        </p:txBody>
      </p:sp>
      <p:sp>
        <p:nvSpPr>
          <p:cNvPr id="15" name="record-output">
            <a:extLst xmlns:a="http://schemas.openxmlformats.org/drawingml/2006/main">
              <a:ext uri="{FF2B5EF4-FFF2-40B4-BE49-F238E27FC236}">
                <a16:creationId xmlns:a16="http://schemas.microsoft.com/office/drawing/2014/main" id="{168D0003-B707-4644-8DB1-7A95C76B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62625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Hasil pilihan: Pensil dan Penghapus perlu diperiksa stoknya.</a:t>
            </a:r>
          </a:p>
        </p:txBody>
      </p:sp>
    </p:spTree>
    <p:extLst>
      <p:ext uri="{BB962C8B-B14F-4D97-AF65-F5344CB8AC3E}">
        <p14:creationId xmlns:p14="http://schemas.microsoft.com/office/powerpoint/2010/main" val="15510279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FB6168-86F7-4399-8C9E-11EBD186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Properti array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A6430D3-A205-436C-A294-3B36D5A5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ndim menghitung dimensi. shape memberi ukuran tiap dimensi. size menghitung semua elemen.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FA8BEFD-1FD2-4887-B98F-F8C7926B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array-props-head-bg">
            <a:extLst xmlns:a="http://schemas.openxmlformats.org/drawingml/2006/main">
              <a:ext uri="{FF2B5EF4-FFF2-40B4-BE49-F238E27FC236}">
                <a16:creationId xmlns:a16="http://schemas.microsoft.com/office/drawing/2014/main" id="{23ADC775-5FD1-4525-B2D7-3F71A022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90800"/>
            <a:ext cx="98107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array-props-r0-c0">
            <a:extLst xmlns:a="http://schemas.openxmlformats.org/drawingml/2006/main">
              <a:ext uri="{FF2B5EF4-FFF2-40B4-BE49-F238E27FC236}">
                <a16:creationId xmlns:a16="http://schemas.microsoft.com/office/drawing/2014/main" id="{E8730E5D-F132-4E39-AD85-46BC2DD0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9557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Properti</a:t>
            </a:r>
          </a:p>
        </p:txBody>
      </p:sp>
      <p:sp>
        <p:nvSpPr>
          <p:cNvPr id="6" name="array-props-r0-c1">
            <a:extLst xmlns:a="http://schemas.openxmlformats.org/drawingml/2006/main">
              <a:ext uri="{FF2B5EF4-FFF2-40B4-BE49-F238E27FC236}">
                <a16:creationId xmlns:a16="http://schemas.microsoft.com/office/drawing/2014/main" id="{57C63922-DF6F-408F-8B47-87FD1792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955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Nilai untuk shape (4, 3)</a:t>
            </a:r>
          </a:p>
        </p:txBody>
      </p:sp>
      <p:sp>
        <p:nvSpPr>
          <p:cNvPr id="7" name="array-props-v0-1">
            <a:extLst xmlns:a="http://schemas.openxmlformats.org/drawingml/2006/main">
              <a:ext uri="{FF2B5EF4-FFF2-40B4-BE49-F238E27FC236}">
                <a16:creationId xmlns:a16="http://schemas.microsoft.com/office/drawing/2014/main" id="{08B25E17-1296-4F4A-8DAF-691EF959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289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array-props-r0-c2">
            <a:extLst xmlns:a="http://schemas.openxmlformats.org/drawingml/2006/main">
              <a:ext uri="{FF2B5EF4-FFF2-40B4-BE49-F238E27FC236}">
                <a16:creationId xmlns:a16="http://schemas.microsoft.com/office/drawing/2014/main" id="{70C9911F-B8DD-4E22-A5BD-246584FC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955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Makna</a:t>
            </a:r>
          </a:p>
        </p:txBody>
      </p:sp>
      <p:sp>
        <p:nvSpPr>
          <p:cNvPr id="9" name="array-props-v0-2">
            <a:extLst xmlns:a="http://schemas.openxmlformats.org/drawingml/2006/main">
              <a:ext uri="{FF2B5EF4-FFF2-40B4-BE49-F238E27FC236}">
                <a16:creationId xmlns:a16="http://schemas.microsoft.com/office/drawing/2014/main" id="{C082E7F4-9BE1-4F60-B127-60ED9A13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289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array-props-r1-c0">
            <a:extLst xmlns:a="http://schemas.openxmlformats.org/drawingml/2006/main">
              <a:ext uri="{FF2B5EF4-FFF2-40B4-BE49-F238E27FC236}">
                <a16:creationId xmlns:a16="http://schemas.microsoft.com/office/drawing/2014/main" id="{87E19A80-EB8F-4EED-BC43-CC0EDFA4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242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ndim</a:t>
            </a:r>
          </a:p>
        </p:txBody>
      </p:sp>
      <p:sp>
        <p:nvSpPr>
          <p:cNvPr id="11" name="array-props-r1-c1">
            <a:extLst xmlns:a="http://schemas.openxmlformats.org/drawingml/2006/main">
              <a:ext uri="{FF2B5EF4-FFF2-40B4-BE49-F238E27FC236}">
                <a16:creationId xmlns:a16="http://schemas.microsoft.com/office/drawing/2014/main" id="{B83E90D5-DA7B-4BAB-A7E2-39543C04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242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12" name="array-props-v1-1">
            <a:extLst xmlns:a="http://schemas.openxmlformats.org/drawingml/2006/main">
              <a:ext uri="{FF2B5EF4-FFF2-40B4-BE49-F238E27FC236}">
                <a16:creationId xmlns:a16="http://schemas.microsoft.com/office/drawing/2014/main" id="{737060F4-2544-4430-BD6A-0CA21DC7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575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array-props-r1-c2">
            <a:extLst xmlns:a="http://schemas.openxmlformats.org/drawingml/2006/main">
              <a:ext uri="{FF2B5EF4-FFF2-40B4-BE49-F238E27FC236}">
                <a16:creationId xmlns:a16="http://schemas.microsoft.com/office/drawing/2014/main" id="{F33A1A7C-9B72-4C31-BA2D-18CF03FF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2422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Dua dimensi</a:t>
            </a:r>
          </a:p>
        </p:txBody>
      </p:sp>
      <p:sp>
        <p:nvSpPr>
          <p:cNvPr id="14" name="array-props-v1-2">
            <a:extLst xmlns:a="http://schemas.openxmlformats.org/drawingml/2006/main">
              <a:ext uri="{FF2B5EF4-FFF2-40B4-BE49-F238E27FC236}">
                <a16:creationId xmlns:a16="http://schemas.microsoft.com/office/drawing/2014/main" id="{09D24866-DD8C-41BE-8D6C-8E7DAF03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575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array-props-h1">
            <a:extLst xmlns:a="http://schemas.openxmlformats.org/drawingml/2006/main">
              <a:ext uri="{FF2B5EF4-FFF2-40B4-BE49-F238E27FC236}">
                <a16:creationId xmlns:a16="http://schemas.microsoft.com/office/drawing/2014/main" id="{902B8A20-4D08-4EE4-81FB-5F9DF345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194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array-props-band-2">
            <a:extLst xmlns:a="http://schemas.openxmlformats.org/drawingml/2006/main">
              <a:ext uri="{FF2B5EF4-FFF2-40B4-BE49-F238E27FC236}">
                <a16:creationId xmlns:a16="http://schemas.microsoft.com/office/drawing/2014/main" id="{C9ED3BA2-0ED4-426B-AC6E-38EAC530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48100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ray-props-r2-c0">
            <a:extLst xmlns:a="http://schemas.openxmlformats.org/drawingml/2006/main">
              <a:ext uri="{FF2B5EF4-FFF2-40B4-BE49-F238E27FC236}">
                <a16:creationId xmlns:a16="http://schemas.microsoft.com/office/drawing/2014/main" id="{0A8CB0E1-5B0D-4C46-8CA8-C4C33A2A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5287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shape</a:t>
            </a:r>
          </a:p>
        </p:txBody>
      </p:sp>
      <p:sp>
        <p:nvSpPr>
          <p:cNvPr id="18" name="array-props-r2-c1">
            <a:extLst xmlns:a="http://schemas.openxmlformats.org/drawingml/2006/main">
              <a:ext uri="{FF2B5EF4-FFF2-40B4-BE49-F238E27FC236}">
                <a16:creationId xmlns:a16="http://schemas.microsoft.com/office/drawing/2014/main" id="{DEC016F0-5963-4E2D-990D-33181999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528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(4, 3)</a:t>
            </a:r>
          </a:p>
        </p:txBody>
      </p:sp>
      <p:sp>
        <p:nvSpPr>
          <p:cNvPr id="19" name="array-props-v2-1">
            <a:extLst xmlns:a="http://schemas.openxmlformats.org/drawingml/2006/main">
              <a:ext uri="{FF2B5EF4-FFF2-40B4-BE49-F238E27FC236}">
                <a16:creationId xmlns:a16="http://schemas.microsoft.com/office/drawing/2014/main" id="{36954441-9A7B-4F74-9244-81E1281A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862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array-props-r2-c2">
            <a:extLst xmlns:a="http://schemas.openxmlformats.org/drawingml/2006/main">
              <a:ext uri="{FF2B5EF4-FFF2-40B4-BE49-F238E27FC236}">
                <a16:creationId xmlns:a16="http://schemas.microsoft.com/office/drawing/2014/main" id="{95EE612F-8C33-4AFA-918F-354FD7E6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528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Empat baris dan tiga kolom</a:t>
            </a:r>
          </a:p>
        </p:txBody>
      </p:sp>
      <p:sp>
        <p:nvSpPr>
          <p:cNvPr id="21" name="array-props-v2-2">
            <a:extLst xmlns:a="http://schemas.openxmlformats.org/drawingml/2006/main">
              <a:ext uri="{FF2B5EF4-FFF2-40B4-BE49-F238E27FC236}">
                <a16:creationId xmlns:a16="http://schemas.microsoft.com/office/drawing/2014/main" id="{06D6EE34-E62E-45EB-A372-B815662C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862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array-props-h2">
            <a:extLst xmlns:a="http://schemas.openxmlformats.org/drawingml/2006/main">
              <a:ext uri="{FF2B5EF4-FFF2-40B4-BE49-F238E27FC236}">
                <a16:creationId xmlns:a16="http://schemas.microsoft.com/office/drawing/2014/main" id="{81BE260D-B1E8-43AB-BF15-90D7D92E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481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array-props-r3-c0">
            <a:extLst xmlns:a="http://schemas.openxmlformats.org/drawingml/2006/main">
              <a:ext uri="{FF2B5EF4-FFF2-40B4-BE49-F238E27FC236}">
                <a16:creationId xmlns:a16="http://schemas.microsoft.com/office/drawing/2014/main" id="{FDC64777-1060-4C74-9A11-58C98B03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size</a:t>
            </a:r>
          </a:p>
        </p:txBody>
      </p:sp>
      <p:sp>
        <p:nvSpPr>
          <p:cNvPr id="24" name="array-props-r3-c1">
            <a:extLst xmlns:a="http://schemas.openxmlformats.org/drawingml/2006/main">
              <a:ext uri="{FF2B5EF4-FFF2-40B4-BE49-F238E27FC236}">
                <a16:creationId xmlns:a16="http://schemas.microsoft.com/office/drawing/2014/main" id="{47BCFFBC-2579-4BD2-B890-F8AE06A1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815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25" name="array-props-v3-1">
            <a:extLst xmlns:a="http://schemas.openxmlformats.org/drawingml/2006/main">
              <a:ext uri="{FF2B5EF4-FFF2-40B4-BE49-F238E27FC236}">
                <a16:creationId xmlns:a16="http://schemas.microsoft.com/office/drawing/2014/main" id="{9953B952-0A5F-46B6-BEA5-4B91F55E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14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array-props-r3-c2">
            <a:extLst xmlns:a="http://schemas.openxmlformats.org/drawingml/2006/main">
              <a:ext uri="{FF2B5EF4-FFF2-40B4-BE49-F238E27FC236}">
                <a16:creationId xmlns:a16="http://schemas.microsoft.com/office/drawing/2014/main" id="{FDC73018-EF7B-46BA-973F-C717C034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8152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seluruh elemen</a:t>
            </a:r>
          </a:p>
        </p:txBody>
      </p:sp>
      <p:sp>
        <p:nvSpPr>
          <p:cNvPr id="27" name="array-props-v3-2">
            <a:extLst xmlns:a="http://schemas.openxmlformats.org/drawingml/2006/main">
              <a:ext uri="{FF2B5EF4-FFF2-40B4-BE49-F238E27FC236}">
                <a16:creationId xmlns:a16="http://schemas.microsoft.com/office/drawing/2014/main" id="{0CF47134-F762-4F82-B95A-49B5CB68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14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array-props-h3">
            <a:extLst xmlns:a="http://schemas.openxmlformats.org/drawingml/2006/main">
              <a:ext uri="{FF2B5EF4-FFF2-40B4-BE49-F238E27FC236}">
                <a16:creationId xmlns:a16="http://schemas.microsoft.com/office/drawing/2014/main" id="{C8E067F1-38CA-47E1-A68E-33E9BE1E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array-props-band-4">
            <a:extLst xmlns:a="http://schemas.openxmlformats.org/drawingml/2006/main">
              <a:ext uri="{FF2B5EF4-FFF2-40B4-BE49-F238E27FC236}">
                <a16:creationId xmlns:a16="http://schemas.microsoft.com/office/drawing/2014/main" id="{100118C3-8117-430E-9C80-7A52BE9B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05400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rray-props-r4-c0">
            <a:extLst xmlns:a="http://schemas.openxmlformats.org/drawingml/2006/main">
              <a:ext uri="{FF2B5EF4-FFF2-40B4-BE49-F238E27FC236}">
                <a16:creationId xmlns:a16="http://schemas.microsoft.com/office/drawing/2014/main" id="{69BCFE32-443D-48C7-9E7C-F7027092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017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dtype</a:t>
            </a:r>
          </a:p>
        </p:txBody>
      </p:sp>
      <p:sp>
        <p:nvSpPr>
          <p:cNvPr id="31" name="array-props-r4-c1">
            <a:extLst xmlns:a="http://schemas.openxmlformats.org/drawingml/2006/main">
              <a:ext uri="{FF2B5EF4-FFF2-40B4-BE49-F238E27FC236}">
                <a16:creationId xmlns:a16="http://schemas.microsoft.com/office/drawing/2014/main" id="{08074533-847C-4D6E-B54E-5041BFAB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1017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int64 / float64</a:t>
            </a:r>
          </a:p>
        </p:txBody>
      </p:sp>
      <p:sp>
        <p:nvSpPr>
          <p:cNvPr id="32" name="array-props-v4-1">
            <a:extLst xmlns:a="http://schemas.openxmlformats.org/drawingml/2006/main">
              <a:ext uri="{FF2B5EF4-FFF2-40B4-BE49-F238E27FC236}">
                <a16:creationId xmlns:a16="http://schemas.microsoft.com/office/drawing/2014/main" id="{A80E1998-3AD3-4F1C-A639-4F4D7174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435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3" name="array-props-r4-c2">
            <a:extLst xmlns:a="http://schemas.openxmlformats.org/drawingml/2006/main">
              <a:ext uri="{FF2B5EF4-FFF2-40B4-BE49-F238E27FC236}">
                <a16:creationId xmlns:a16="http://schemas.microsoft.com/office/drawing/2014/main" id="{897D418A-D7F1-46A7-9E84-36755849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0175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Tipe elemen array</a:t>
            </a:r>
          </a:p>
        </p:txBody>
      </p:sp>
      <p:sp>
        <p:nvSpPr>
          <p:cNvPr id="34" name="array-props-v4-2">
            <a:extLst xmlns:a="http://schemas.openxmlformats.org/drawingml/2006/main">
              <a:ext uri="{FF2B5EF4-FFF2-40B4-BE49-F238E27FC236}">
                <a16:creationId xmlns:a16="http://schemas.microsoft.com/office/drawing/2014/main" id="{002F8B84-D509-4294-BB94-74933962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435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5" name="array-props-h4">
            <a:extLst xmlns:a="http://schemas.openxmlformats.org/drawingml/2006/main">
              <a:ext uri="{FF2B5EF4-FFF2-40B4-BE49-F238E27FC236}">
                <a16:creationId xmlns:a16="http://schemas.microsoft.com/office/drawing/2014/main" id="{099309B3-8AAE-4B1F-9A0E-8CB89D12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054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array-props-example">
            <a:extLst xmlns:a="http://schemas.openxmlformats.org/drawingml/2006/main">
              <a:ext uri="{FF2B5EF4-FFF2-40B4-BE49-F238E27FC236}">
                <a16:creationId xmlns:a16="http://schemas.microsoft.com/office/drawing/2014/main" id="{0F56B147-305C-47BF-9816-4061B6EA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048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Array cocok untuk operasi numerik yang konsisten pada banyak nilai.</a:t>
            </a:r>
          </a:p>
        </p:txBody>
      </p:sp>
    </p:spTree>
    <p:extLst>
      <p:ext uri="{BB962C8B-B14F-4D97-AF65-F5344CB8AC3E}">
        <p14:creationId xmlns:p14="http://schemas.microsoft.com/office/powerpoint/2010/main" val="2960251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811BD9-8831-4EF0-A9FD-C18EEECF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Array lebih dari dua dimensi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BC1590D-466A-4AB4-9E40-BAC87DEE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Shape (2, 4, 3) mewakili 2 periode, 4 stasiun, dan 3 hari.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1D69EBF-C48A-4661-B7F6-988EE666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period-title-0">
            <a:extLst xmlns:a="http://schemas.openxmlformats.org/drawingml/2006/main">
              <a:ext uri="{FF2B5EF4-FFF2-40B4-BE49-F238E27FC236}">
                <a16:creationId xmlns:a16="http://schemas.microsoft.com/office/drawing/2014/main" id="{D91BCDFD-A92B-45AA-A27E-57D338FE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241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6B9B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96B9B"/>
                </a:solidFill>
                <a:latin typeface="SF Pro Display"/>
                <a:ea typeface="SF Pro Display"/>
                <a:cs typeface="SF Pro Display"/>
              </a:rPr>
              <a:t>Periode 1</a:t>
            </a:r>
          </a:p>
        </p:txBody>
      </p:sp>
      <p:sp>
        <p:nvSpPr>
          <p:cNvPr id="5" name="period-station-0-0">
            <a:extLst xmlns:a="http://schemas.openxmlformats.org/drawingml/2006/main">
              <a:ext uri="{FF2B5EF4-FFF2-40B4-BE49-F238E27FC236}">
                <a16:creationId xmlns:a16="http://schemas.microsoft.com/office/drawing/2014/main" id="{BFB23035-99DF-40A8-AE07-140EB621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0515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1</a:t>
            </a:r>
          </a:p>
        </p:txBody>
      </p:sp>
      <p:sp>
        <p:nvSpPr>
          <p:cNvPr id="6" name="period-cell-0-0-0">
            <a:extLst xmlns:a="http://schemas.openxmlformats.org/drawingml/2006/main">
              <a:ext uri="{FF2B5EF4-FFF2-40B4-BE49-F238E27FC236}">
                <a16:creationId xmlns:a16="http://schemas.microsoft.com/office/drawing/2014/main" id="{77E9848C-4881-4FB5-95C5-7D130280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7" name="period-val-0-0-0">
            <a:extLst xmlns:a="http://schemas.openxmlformats.org/drawingml/2006/main">
              <a:ext uri="{FF2B5EF4-FFF2-40B4-BE49-F238E27FC236}">
                <a16:creationId xmlns:a16="http://schemas.microsoft.com/office/drawing/2014/main" id="{6F6706D3-3351-47A7-9E8C-70921FE8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956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20</a:t>
            </a:r>
          </a:p>
        </p:txBody>
      </p:sp>
      <p:sp>
        <p:nvSpPr>
          <p:cNvPr id="8" name="period-cell-0-0-1">
            <a:extLst xmlns:a="http://schemas.openxmlformats.org/drawingml/2006/main">
              <a:ext uri="{FF2B5EF4-FFF2-40B4-BE49-F238E27FC236}">
                <a16:creationId xmlns:a16="http://schemas.microsoft.com/office/drawing/2014/main" id="{9C0741E7-65FA-48FD-BE63-555159DA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9" name="period-val-0-0-1">
            <a:extLst xmlns:a="http://schemas.openxmlformats.org/drawingml/2006/main">
              <a:ext uri="{FF2B5EF4-FFF2-40B4-BE49-F238E27FC236}">
                <a16:creationId xmlns:a16="http://schemas.microsoft.com/office/drawing/2014/main" id="{BCBEBF86-24A9-4284-8D09-585E4444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956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21</a:t>
            </a:r>
          </a:p>
        </p:txBody>
      </p:sp>
      <p:sp>
        <p:nvSpPr>
          <p:cNvPr id="10" name="period-cell-0-0-2">
            <a:extLst xmlns:a="http://schemas.openxmlformats.org/drawingml/2006/main">
              <a:ext uri="{FF2B5EF4-FFF2-40B4-BE49-F238E27FC236}">
                <a16:creationId xmlns:a16="http://schemas.microsoft.com/office/drawing/2014/main" id="{B3424805-F5B6-4940-BFAF-99B8CDDA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099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1" name="period-val-0-0-2">
            <a:extLst xmlns:a="http://schemas.openxmlformats.org/drawingml/2006/main">
              <a:ext uri="{FF2B5EF4-FFF2-40B4-BE49-F238E27FC236}">
                <a16:creationId xmlns:a16="http://schemas.microsoft.com/office/drawing/2014/main" id="{FFE46E7A-FDBB-4CB1-A8AE-B003BEF9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22</a:t>
            </a:r>
          </a:p>
        </p:txBody>
      </p:sp>
      <p:sp>
        <p:nvSpPr>
          <p:cNvPr id="12" name="period-station-0-1">
            <a:extLst xmlns:a="http://schemas.openxmlformats.org/drawingml/2006/main">
              <a:ext uri="{FF2B5EF4-FFF2-40B4-BE49-F238E27FC236}">
                <a16:creationId xmlns:a16="http://schemas.microsoft.com/office/drawing/2014/main" id="{3F68F14A-0E3F-461D-B3DF-0C4722C4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665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2</a:t>
            </a:r>
          </a:p>
        </p:txBody>
      </p:sp>
      <p:sp>
        <p:nvSpPr>
          <p:cNvPr id="13" name="period-cell-0-1-0">
            <a:extLst xmlns:a="http://schemas.openxmlformats.org/drawingml/2006/main">
              <a:ext uri="{FF2B5EF4-FFF2-40B4-BE49-F238E27FC236}">
                <a16:creationId xmlns:a16="http://schemas.microsoft.com/office/drawing/2014/main" id="{9FF53328-4B6D-4F6B-A1DC-7B0B7000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4" name="period-val-0-1-0">
            <a:extLst xmlns:a="http://schemas.openxmlformats.org/drawingml/2006/main">
              <a:ext uri="{FF2B5EF4-FFF2-40B4-BE49-F238E27FC236}">
                <a16:creationId xmlns:a16="http://schemas.microsoft.com/office/drawing/2014/main" id="{1373A5A9-AA87-44A5-9FC2-B49B8527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671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23</a:t>
            </a:r>
          </a:p>
        </p:txBody>
      </p:sp>
      <p:sp>
        <p:nvSpPr>
          <p:cNvPr id="15" name="period-cell-0-1-1">
            <a:extLst xmlns:a="http://schemas.openxmlformats.org/drawingml/2006/main">
              <a:ext uri="{FF2B5EF4-FFF2-40B4-BE49-F238E27FC236}">
                <a16:creationId xmlns:a16="http://schemas.microsoft.com/office/drawing/2014/main" id="{B09EBF89-7DD4-4674-9814-20CB9C22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814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6" name="period-val-0-1-1">
            <a:extLst xmlns:a="http://schemas.openxmlformats.org/drawingml/2006/main">
              <a:ext uri="{FF2B5EF4-FFF2-40B4-BE49-F238E27FC236}">
                <a16:creationId xmlns:a16="http://schemas.microsoft.com/office/drawing/2014/main" id="{22E2EFC5-730C-4DF6-8B3E-64E5DA53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671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24</a:t>
            </a:r>
          </a:p>
        </p:txBody>
      </p:sp>
      <p:sp>
        <p:nvSpPr>
          <p:cNvPr id="17" name="period-cell-0-1-2">
            <a:extLst xmlns:a="http://schemas.openxmlformats.org/drawingml/2006/main">
              <a:ext uri="{FF2B5EF4-FFF2-40B4-BE49-F238E27FC236}">
                <a16:creationId xmlns:a16="http://schemas.microsoft.com/office/drawing/2014/main" id="{31AC66E2-CC0A-4413-A125-A97BFB6A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814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8" name="period-val-0-1-2">
            <a:extLst xmlns:a="http://schemas.openxmlformats.org/drawingml/2006/main">
              <a:ext uri="{FF2B5EF4-FFF2-40B4-BE49-F238E27FC236}">
                <a16:creationId xmlns:a16="http://schemas.microsoft.com/office/drawing/2014/main" id="{FF9C40BE-9D9B-4882-B98E-05CCA122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671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25</a:t>
            </a:r>
          </a:p>
        </p:txBody>
      </p:sp>
      <p:sp>
        <p:nvSpPr>
          <p:cNvPr id="19" name="period-station-0-2">
            <a:extLst xmlns:a="http://schemas.openxmlformats.org/drawingml/2006/main">
              <a:ext uri="{FF2B5EF4-FFF2-40B4-BE49-F238E27FC236}">
                <a16:creationId xmlns:a16="http://schemas.microsoft.com/office/drawing/2014/main" id="{2E5B0F9E-AC23-4A52-BD92-D3F0C78F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4815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3</a:t>
            </a:r>
          </a:p>
        </p:txBody>
      </p:sp>
      <p:sp>
        <p:nvSpPr>
          <p:cNvPr id="20" name="period-cell-0-2-0">
            <a:extLst xmlns:a="http://schemas.openxmlformats.org/drawingml/2006/main">
              <a:ext uri="{FF2B5EF4-FFF2-40B4-BE49-F238E27FC236}">
                <a16:creationId xmlns:a16="http://schemas.microsoft.com/office/drawing/2014/main" id="{F3ED0581-68ED-43F0-9E86-33B05568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529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1" name="period-val-0-2-0">
            <a:extLst xmlns:a="http://schemas.openxmlformats.org/drawingml/2006/main">
              <a:ext uri="{FF2B5EF4-FFF2-40B4-BE49-F238E27FC236}">
                <a16:creationId xmlns:a16="http://schemas.microsoft.com/office/drawing/2014/main" id="{A6355FF6-1B35-4C1F-B573-F1621866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386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26</a:t>
            </a:r>
          </a:p>
        </p:txBody>
      </p:sp>
      <p:sp>
        <p:nvSpPr>
          <p:cNvPr id="22" name="period-cell-0-2-1">
            <a:extLst xmlns:a="http://schemas.openxmlformats.org/drawingml/2006/main">
              <a:ext uri="{FF2B5EF4-FFF2-40B4-BE49-F238E27FC236}">
                <a16:creationId xmlns:a16="http://schemas.microsoft.com/office/drawing/2014/main" id="{E80AC7E8-8CC5-4553-9954-55A719B7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529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3" name="period-val-0-2-1">
            <a:extLst xmlns:a="http://schemas.openxmlformats.org/drawingml/2006/main">
              <a:ext uri="{FF2B5EF4-FFF2-40B4-BE49-F238E27FC236}">
                <a16:creationId xmlns:a16="http://schemas.microsoft.com/office/drawing/2014/main" id="{0B84E7B5-C1AF-4631-AD84-1D3F577D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386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27</a:t>
            </a:r>
          </a:p>
        </p:txBody>
      </p:sp>
      <p:sp>
        <p:nvSpPr>
          <p:cNvPr id="24" name="period-cell-0-2-2">
            <a:extLst xmlns:a="http://schemas.openxmlformats.org/drawingml/2006/main">
              <a:ext uri="{FF2B5EF4-FFF2-40B4-BE49-F238E27FC236}">
                <a16:creationId xmlns:a16="http://schemas.microsoft.com/office/drawing/2014/main" id="{9EFF6E91-490D-47A2-9D79-FF1DD13D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529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5" name="period-val-0-2-2">
            <a:extLst xmlns:a="http://schemas.openxmlformats.org/drawingml/2006/main">
              <a:ext uri="{FF2B5EF4-FFF2-40B4-BE49-F238E27FC236}">
                <a16:creationId xmlns:a16="http://schemas.microsoft.com/office/drawing/2014/main" id="{5E9323F3-14D4-4566-998D-80BBADE0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386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28</a:t>
            </a:r>
          </a:p>
        </p:txBody>
      </p:sp>
      <p:sp>
        <p:nvSpPr>
          <p:cNvPr id="26" name="period-station-0-3">
            <a:extLst xmlns:a="http://schemas.openxmlformats.org/drawingml/2006/main">
              <a:ext uri="{FF2B5EF4-FFF2-40B4-BE49-F238E27FC236}">
                <a16:creationId xmlns:a16="http://schemas.microsoft.com/office/drawing/2014/main" id="{328B7DE5-A4AC-4655-B172-E918E6EB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965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4</a:t>
            </a:r>
          </a:p>
        </p:txBody>
      </p:sp>
      <p:sp>
        <p:nvSpPr>
          <p:cNvPr id="27" name="period-cell-0-3-0">
            <a:extLst xmlns:a="http://schemas.openxmlformats.org/drawingml/2006/main">
              <a:ext uri="{FF2B5EF4-FFF2-40B4-BE49-F238E27FC236}">
                <a16:creationId xmlns:a16="http://schemas.microsoft.com/office/drawing/2014/main" id="{D5DB2EBD-7149-4B98-8DCA-AAB5DC4D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244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8" name="period-val-0-3-0">
            <a:extLst xmlns:a="http://schemas.openxmlformats.org/drawingml/2006/main">
              <a:ext uri="{FF2B5EF4-FFF2-40B4-BE49-F238E27FC236}">
                <a16:creationId xmlns:a16="http://schemas.microsoft.com/office/drawing/2014/main" id="{A8085B17-6D69-440D-96A9-39B583A8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29</a:t>
            </a:r>
          </a:p>
        </p:txBody>
      </p:sp>
      <p:sp>
        <p:nvSpPr>
          <p:cNvPr id="29" name="period-cell-0-3-1">
            <a:extLst xmlns:a="http://schemas.openxmlformats.org/drawingml/2006/main">
              <a:ext uri="{FF2B5EF4-FFF2-40B4-BE49-F238E27FC236}">
                <a16:creationId xmlns:a16="http://schemas.microsoft.com/office/drawing/2014/main" id="{3E73240B-2184-42BD-B8C8-3EEDA8D2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244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30" name="period-val-0-3-1">
            <a:extLst xmlns:a="http://schemas.openxmlformats.org/drawingml/2006/main">
              <a:ext uri="{FF2B5EF4-FFF2-40B4-BE49-F238E27FC236}">
                <a16:creationId xmlns:a16="http://schemas.microsoft.com/office/drawing/2014/main" id="{0F1E4489-8778-41A3-B66C-C559ABA8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101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30</a:t>
            </a:r>
          </a:p>
        </p:txBody>
      </p:sp>
      <p:sp>
        <p:nvSpPr>
          <p:cNvPr id="31" name="period-cell-0-3-2">
            <a:extLst xmlns:a="http://schemas.openxmlformats.org/drawingml/2006/main">
              <a:ext uri="{FF2B5EF4-FFF2-40B4-BE49-F238E27FC236}">
                <a16:creationId xmlns:a16="http://schemas.microsoft.com/office/drawing/2014/main" id="{E72464A4-AED1-4CB3-972B-1BAADF48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244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2" name="period-val-0-3-2">
            <a:extLst xmlns:a="http://schemas.openxmlformats.org/drawingml/2006/main">
              <a:ext uri="{FF2B5EF4-FFF2-40B4-BE49-F238E27FC236}">
                <a16:creationId xmlns:a16="http://schemas.microsoft.com/office/drawing/2014/main" id="{64C39ABE-4560-435F-86B6-6B2ED1EE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101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31</a:t>
            </a:r>
          </a:p>
        </p:txBody>
      </p:sp>
      <p:sp>
        <p:nvSpPr>
          <p:cNvPr id="33" name="period-title-1">
            <a:extLst xmlns:a="http://schemas.openxmlformats.org/drawingml/2006/main">
              <a:ext uri="{FF2B5EF4-FFF2-40B4-BE49-F238E27FC236}">
                <a16:creationId xmlns:a16="http://schemas.microsoft.com/office/drawing/2014/main" id="{A06CA326-82F5-45DD-9BD7-ED0D4731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6B9B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>
                <a:solidFill>
                  <a:srgbClr val="196B9B"/>
                </a:solidFill>
                <a:latin typeface="SF Pro Display"/>
                <a:ea typeface="SF Pro Display"/>
                <a:cs typeface="SF Pro Display"/>
              </a:rPr>
              <a:t>Periode 2</a:t>
            </a:r>
          </a:p>
        </p:txBody>
      </p:sp>
      <p:sp>
        <p:nvSpPr>
          <p:cNvPr id="34" name="period-station-1-0">
            <a:extLst xmlns:a="http://schemas.openxmlformats.org/drawingml/2006/main">
              <a:ext uri="{FF2B5EF4-FFF2-40B4-BE49-F238E27FC236}">
                <a16:creationId xmlns:a16="http://schemas.microsoft.com/office/drawing/2014/main" id="{D8288829-149D-44BC-B956-469F3E7A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0515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1</a:t>
            </a:r>
          </a:p>
        </p:txBody>
      </p:sp>
      <p:sp>
        <p:nvSpPr>
          <p:cNvPr id="35" name="period-cell-1-0-0">
            <a:extLst xmlns:a="http://schemas.openxmlformats.org/drawingml/2006/main">
              <a:ext uri="{FF2B5EF4-FFF2-40B4-BE49-F238E27FC236}">
                <a16:creationId xmlns:a16="http://schemas.microsoft.com/office/drawing/2014/main" id="{29BD22BD-A71F-4190-AC06-16F11E78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6" name="period-val-1-0-0">
            <a:extLst xmlns:a="http://schemas.openxmlformats.org/drawingml/2006/main">
              <a:ext uri="{FF2B5EF4-FFF2-40B4-BE49-F238E27FC236}">
                <a16:creationId xmlns:a16="http://schemas.microsoft.com/office/drawing/2014/main" id="{DF11B87D-6670-4D64-ADCA-41D29624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32</a:t>
            </a:r>
          </a:p>
        </p:txBody>
      </p:sp>
      <p:sp>
        <p:nvSpPr>
          <p:cNvPr id="37" name="period-cell-1-0-1">
            <a:extLst xmlns:a="http://schemas.openxmlformats.org/drawingml/2006/main">
              <a:ext uri="{FF2B5EF4-FFF2-40B4-BE49-F238E27FC236}">
                <a16:creationId xmlns:a16="http://schemas.microsoft.com/office/drawing/2014/main" id="{991A28A9-0705-4A2F-95EB-14925077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38" name="period-val-1-0-1">
            <a:extLst xmlns:a="http://schemas.openxmlformats.org/drawingml/2006/main">
              <a:ext uri="{FF2B5EF4-FFF2-40B4-BE49-F238E27FC236}">
                <a16:creationId xmlns:a16="http://schemas.microsoft.com/office/drawing/2014/main" id="{43AB51D4-9B61-49A4-8862-426215D9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956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33</a:t>
            </a:r>
          </a:p>
        </p:txBody>
      </p:sp>
      <p:sp>
        <p:nvSpPr>
          <p:cNvPr id="39" name="period-cell-1-0-2">
            <a:extLst xmlns:a="http://schemas.openxmlformats.org/drawingml/2006/main">
              <a:ext uri="{FF2B5EF4-FFF2-40B4-BE49-F238E27FC236}">
                <a16:creationId xmlns:a16="http://schemas.microsoft.com/office/drawing/2014/main" id="{380F9DB8-59B3-46C2-80E3-7436A7B7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099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0" name="period-val-1-0-2">
            <a:extLst xmlns:a="http://schemas.openxmlformats.org/drawingml/2006/main">
              <a:ext uri="{FF2B5EF4-FFF2-40B4-BE49-F238E27FC236}">
                <a16:creationId xmlns:a16="http://schemas.microsoft.com/office/drawing/2014/main" id="{4ADEE4DA-FC3A-4FF2-85CE-6227CC32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956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34</a:t>
            </a:r>
          </a:p>
        </p:txBody>
      </p:sp>
      <p:sp>
        <p:nvSpPr>
          <p:cNvPr id="41" name="period-station-1-1">
            <a:extLst xmlns:a="http://schemas.openxmlformats.org/drawingml/2006/main">
              <a:ext uri="{FF2B5EF4-FFF2-40B4-BE49-F238E27FC236}">
                <a16:creationId xmlns:a16="http://schemas.microsoft.com/office/drawing/2014/main" id="{710C881D-665B-48C0-8DC9-52CF7BF4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7665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2</a:t>
            </a:r>
          </a:p>
        </p:txBody>
      </p:sp>
      <p:sp>
        <p:nvSpPr>
          <p:cNvPr id="42" name="period-cell-1-1-0">
            <a:extLst xmlns:a="http://schemas.openxmlformats.org/drawingml/2006/main">
              <a:ext uri="{FF2B5EF4-FFF2-40B4-BE49-F238E27FC236}">
                <a16:creationId xmlns:a16="http://schemas.microsoft.com/office/drawing/2014/main" id="{A71E01FB-AEFD-4453-897A-9DF9E3C1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43" name="period-val-1-1-0">
            <a:extLst xmlns:a="http://schemas.openxmlformats.org/drawingml/2006/main">
              <a:ext uri="{FF2B5EF4-FFF2-40B4-BE49-F238E27FC236}">
                <a16:creationId xmlns:a16="http://schemas.microsoft.com/office/drawing/2014/main" id="{015021E9-1848-4C92-A636-701C041B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35</a:t>
            </a:r>
          </a:p>
        </p:txBody>
      </p:sp>
      <p:sp>
        <p:nvSpPr>
          <p:cNvPr id="44" name="period-cell-1-1-1">
            <a:extLst xmlns:a="http://schemas.openxmlformats.org/drawingml/2006/main">
              <a:ext uri="{FF2B5EF4-FFF2-40B4-BE49-F238E27FC236}">
                <a16:creationId xmlns:a16="http://schemas.microsoft.com/office/drawing/2014/main" id="{00C8F638-09C7-4BD1-88FF-49474DBF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5" name="period-val-1-1-1">
            <a:extLst xmlns:a="http://schemas.openxmlformats.org/drawingml/2006/main">
              <a:ext uri="{FF2B5EF4-FFF2-40B4-BE49-F238E27FC236}">
                <a16:creationId xmlns:a16="http://schemas.microsoft.com/office/drawing/2014/main" id="{8EA99250-4246-48F7-9204-B89FB821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671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36</a:t>
            </a:r>
          </a:p>
        </p:txBody>
      </p:sp>
      <p:sp>
        <p:nvSpPr>
          <p:cNvPr id="46" name="period-cell-1-1-2">
            <a:extLst xmlns:a="http://schemas.openxmlformats.org/drawingml/2006/main">
              <a:ext uri="{FF2B5EF4-FFF2-40B4-BE49-F238E27FC236}">
                <a16:creationId xmlns:a16="http://schemas.microsoft.com/office/drawing/2014/main" id="{6D922B45-C427-4C21-8464-8E3FE504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814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47" name="period-val-1-1-2">
            <a:extLst xmlns:a="http://schemas.openxmlformats.org/drawingml/2006/main">
              <a:ext uri="{FF2B5EF4-FFF2-40B4-BE49-F238E27FC236}">
                <a16:creationId xmlns:a16="http://schemas.microsoft.com/office/drawing/2014/main" id="{B662C299-F16A-4BB5-8E64-6529E5B3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671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37</a:t>
            </a:r>
          </a:p>
        </p:txBody>
      </p:sp>
      <p:sp>
        <p:nvSpPr>
          <p:cNvPr id="48" name="period-station-1-2">
            <a:extLst xmlns:a="http://schemas.openxmlformats.org/drawingml/2006/main">
              <a:ext uri="{FF2B5EF4-FFF2-40B4-BE49-F238E27FC236}">
                <a16:creationId xmlns:a16="http://schemas.microsoft.com/office/drawing/2014/main" id="{99232DE4-2CDA-44B5-B640-DD228673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4815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3</a:t>
            </a:r>
          </a:p>
        </p:txBody>
      </p:sp>
      <p:sp>
        <p:nvSpPr>
          <p:cNvPr id="49" name="period-cell-1-2-0">
            <a:extLst xmlns:a="http://schemas.openxmlformats.org/drawingml/2006/main">
              <a:ext uri="{FF2B5EF4-FFF2-40B4-BE49-F238E27FC236}">
                <a16:creationId xmlns:a16="http://schemas.microsoft.com/office/drawing/2014/main" id="{CD3321BA-7BD8-4288-922A-8A305FF7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529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0" name="period-val-1-2-0">
            <a:extLst xmlns:a="http://schemas.openxmlformats.org/drawingml/2006/main">
              <a:ext uri="{FF2B5EF4-FFF2-40B4-BE49-F238E27FC236}">
                <a16:creationId xmlns:a16="http://schemas.microsoft.com/office/drawing/2014/main" id="{09550758-391E-4885-BBCE-1DFC6E2A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38</a:t>
            </a:r>
          </a:p>
        </p:txBody>
      </p:sp>
      <p:sp>
        <p:nvSpPr>
          <p:cNvPr id="51" name="period-cell-1-2-1">
            <a:extLst xmlns:a="http://schemas.openxmlformats.org/drawingml/2006/main">
              <a:ext uri="{FF2B5EF4-FFF2-40B4-BE49-F238E27FC236}">
                <a16:creationId xmlns:a16="http://schemas.microsoft.com/office/drawing/2014/main" id="{6D19547E-90ED-4F32-8E46-BA7BF7F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529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52" name="period-val-1-2-1">
            <a:extLst xmlns:a="http://schemas.openxmlformats.org/drawingml/2006/main">
              <a:ext uri="{FF2B5EF4-FFF2-40B4-BE49-F238E27FC236}">
                <a16:creationId xmlns:a16="http://schemas.microsoft.com/office/drawing/2014/main" id="{286ABC12-17EC-4882-A27C-3A3CF2E9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386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39</a:t>
            </a:r>
          </a:p>
        </p:txBody>
      </p:sp>
      <p:sp>
        <p:nvSpPr>
          <p:cNvPr id="53" name="period-cell-1-2-2">
            <a:extLst xmlns:a="http://schemas.openxmlformats.org/drawingml/2006/main">
              <a:ext uri="{FF2B5EF4-FFF2-40B4-BE49-F238E27FC236}">
                <a16:creationId xmlns:a16="http://schemas.microsoft.com/office/drawing/2014/main" id="{202742D1-FB02-4F58-A9DC-32A62990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529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4" name="period-val-1-2-2">
            <a:extLst xmlns:a="http://schemas.openxmlformats.org/drawingml/2006/main">
              <a:ext uri="{FF2B5EF4-FFF2-40B4-BE49-F238E27FC236}">
                <a16:creationId xmlns:a16="http://schemas.microsoft.com/office/drawing/2014/main" id="{21BC74B0-0A30-48A8-9880-95D5D02D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386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40</a:t>
            </a:r>
          </a:p>
        </p:txBody>
      </p:sp>
      <p:sp>
        <p:nvSpPr>
          <p:cNvPr id="55" name="period-station-1-3">
            <a:extLst xmlns:a="http://schemas.openxmlformats.org/drawingml/2006/main">
              <a:ext uri="{FF2B5EF4-FFF2-40B4-BE49-F238E27FC236}">
                <a16:creationId xmlns:a16="http://schemas.microsoft.com/office/drawing/2014/main" id="{B3B69509-BB7B-4BDD-A4C4-21C07053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1965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Stasiun 4</a:t>
            </a:r>
          </a:p>
        </p:txBody>
      </p:sp>
      <p:sp>
        <p:nvSpPr>
          <p:cNvPr id="56" name="period-cell-1-3-0">
            <a:extLst xmlns:a="http://schemas.openxmlformats.org/drawingml/2006/main">
              <a:ext uri="{FF2B5EF4-FFF2-40B4-BE49-F238E27FC236}">
                <a16:creationId xmlns:a16="http://schemas.microsoft.com/office/drawing/2014/main" id="{D4F22ABB-8EB4-41C0-9293-C5CADAB7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244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57" name="period-val-1-3-0">
            <a:extLst xmlns:a="http://schemas.openxmlformats.org/drawingml/2006/main">
              <a:ext uri="{FF2B5EF4-FFF2-40B4-BE49-F238E27FC236}">
                <a16:creationId xmlns:a16="http://schemas.microsoft.com/office/drawing/2014/main" id="{79E498DC-606B-45DF-8250-1BEEB7B1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01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41</a:t>
            </a:r>
          </a:p>
        </p:txBody>
      </p:sp>
      <p:sp>
        <p:nvSpPr>
          <p:cNvPr id="58" name="period-cell-1-3-1">
            <a:extLst xmlns:a="http://schemas.openxmlformats.org/drawingml/2006/main">
              <a:ext uri="{FF2B5EF4-FFF2-40B4-BE49-F238E27FC236}">
                <a16:creationId xmlns:a16="http://schemas.microsoft.com/office/drawing/2014/main" id="{5F9472FF-1D1F-4EFF-BC00-0D9B2CEA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244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9" name="period-val-1-3-1">
            <a:extLst xmlns:a="http://schemas.openxmlformats.org/drawingml/2006/main">
              <a:ext uri="{FF2B5EF4-FFF2-40B4-BE49-F238E27FC236}">
                <a16:creationId xmlns:a16="http://schemas.microsoft.com/office/drawing/2014/main" id="{02E55141-69A5-4FF6-8EBD-069380B6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101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42</a:t>
            </a:r>
          </a:p>
        </p:txBody>
      </p:sp>
      <p:sp>
        <p:nvSpPr>
          <p:cNvPr id="60" name="period-cell-1-3-2">
            <a:extLst xmlns:a="http://schemas.openxmlformats.org/drawingml/2006/main">
              <a:ext uri="{FF2B5EF4-FFF2-40B4-BE49-F238E27FC236}">
                <a16:creationId xmlns:a16="http://schemas.microsoft.com/office/drawing/2014/main" id="{5B5E6963-D397-427A-A80C-42030B9F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24400"/>
            <a:ext cx="7429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61" name="period-val-1-3-2">
            <a:extLst xmlns:a="http://schemas.openxmlformats.org/drawingml/2006/main">
              <a:ext uri="{FF2B5EF4-FFF2-40B4-BE49-F238E27FC236}">
                <a16:creationId xmlns:a16="http://schemas.microsoft.com/office/drawing/2014/main" id="{86377178-DCC6-4711-8457-9ABE923E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101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43</a:t>
            </a:r>
          </a:p>
        </p:txBody>
      </p:sp>
      <p:sp>
        <p:nvSpPr>
          <p:cNvPr id="62" name="3d-index">
            <a:extLst xmlns:a="http://schemas.openxmlformats.org/drawingml/2006/main">
              <a:ext uri="{FF2B5EF4-FFF2-40B4-BE49-F238E27FC236}">
                <a16:creationId xmlns:a16="http://schemas.microsoft.com/office/drawing/2014/main" id="{5FE515F8-EA36-4C84-B7CC-AD7F91D4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768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65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data[periode, stasiun, hari]</a:t>
            </a:r>
          </a:p>
        </p:txBody>
      </p:sp>
      <p:sp>
        <p:nvSpPr>
          <p:cNvPr id="63" name="3d-note">
            <a:extLst xmlns:a="http://schemas.openxmlformats.org/drawingml/2006/main">
              <a:ext uri="{FF2B5EF4-FFF2-40B4-BE49-F238E27FC236}">
                <a16:creationId xmlns:a16="http://schemas.microsoft.com/office/drawing/2014/main" id="{4EEE0BA1-70E2-44D5-B094-8EE79D16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43600"/>
            <a:ext cx="571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ndim = 3    shape = (2, 4, 3)    size = 24</a:t>
            </a:r>
          </a:p>
        </p:txBody>
      </p:sp>
    </p:spTree>
    <p:extLst>
      <p:ext uri="{BB962C8B-B14F-4D97-AF65-F5344CB8AC3E}">
        <p14:creationId xmlns:p14="http://schemas.microsoft.com/office/powerpoint/2010/main" val="14414922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B59528-D5D3-49D5-902E-14D0A411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Indexing dan slicing array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73583ED-46ED-4870-A914-C8C65278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Pilih baris dan kolom dengan satu indeks untuk setiap dimensi.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D2FCEC8-75DF-495F-B525-80316E68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slice-row-axis">
            <a:extLst xmlns:a="http://schemas.openxmlformats.org/drawingml/2006/main">
              <a:ext uri="{FF2B5EF4-FFF2-40B4-BE49-F238E27FC236}">
                <a16:creationId xmlns:a16="http://schemas.microsoft.com/office/drawing/2014/main" id="{5BEA0040-BA5C-4059-BB67-B4FA8D1C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955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kolom:     0        1        2</a:t>
            </a:r>
          </a:p>
        </p:txBody>
      </p:sp>
      <p:sp>
        <p:nvSpPr>
          <p:cNvPr id="5" name="slice-row-0">
            <a:extLst xmlns:a="http://schemas.openxmlformats.org/drawingml/2006/main">
              <a:ext uri="{FF2B5EF4-FFF2-40B4-BE49-F238E27FC236}">
                <a16:creationId xmlns:a16="http://schemas.microsoft.com/office/drawing/2014/main" id="{3F702839-BE5A-4A86-9803-E6109BAF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099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baris 0</a:t>
            </a:r>
          </a:p>
        </p:txBody>
      </p:sp>
      <p:sp>
        <p:nvSpPr>
          <p:cNvPr id="6" name="slice-cell-0-0">
            <a:extLst xmlns:a="http://schemas.openxmlformats.org/drawingml/2006/main">
              <a:ext uri="{FF2B5EF4-FFF2-40B4-BE49-F238E27FC236}">
                <a16:creationId xmlns:a16="http://schemas.microsoft.com/office/drawing/2014/main" id="{D38FC6FE-3BF3-4BCD-84C5-0D887F85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95600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slice-value-0-0">
            <a:extLst xmlns:a="http://schemas.openxmlformats.org/drawingml/2006/main">
              <a:ext uri="{FF2B5EF4-FFF2-40B4-BE49-F238E27FC236}">
                <a16:creationId xmlns:a16="http://schemas.microsoft.com/office/drawing/2014/main" id="{7A1324BC-A40F-4B4F-8566-034C90A0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003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72</a:t>
            </a:r>
          </a:p>
        </p:txBody>
      </p:sp>
      <p:sp>
        <p:nvSpPr>
          <p:cNvPr id="8" name="slice-cell-0-1">
            <a:extLst xmlns:a="http://schemas.openxmlformats.org/drawingml/2006/main">
              <a:ext uri="{FF2B5EF4-FFF2-40B4-BE49-F238E27FC236}">
                <a16:creationId xmlns:a16="http://schemas.microsoft.com/office/drawing/2014/main" id="{A34C8DB9-1C6B-49AD-B58B-275554D5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95600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9" name="slice-value-0-1">
            <a:extLst xmlns:a="http://schemas.openxmlformats.org/drawingml/2006/main">
              <a:ext uri="{FF2B5EF4-FFF2-40B4-BE49-F238E27FC236}">
                <a16:creationId xmlns:a16="http://schemas.microsoft.com/office/drawing/2014/main" id="{233BFB0B-7D2C-4577-96CE-D2E9E6DC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003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85</a:t>
            </a:r>
          </a:p>
        </p:txBody>
      </p:sp>
      <p:sp>
        <p:nvSpPr>
          <p:cNvPr id="10" name="slice-cell-0-2">
            <a:extLst xmlns:a="http://schemas.openxmlformats.org/drawingml/2006/main">
              <a:ext uri="{FF2B5EF4-FFF2-40B4-BE49-F238E27FC236}">
                <a16:creationId xmlns:a16="http://schemas.microsoft.com/office/drawing/2014/main" id="{CE37589A-74CA-4F5E-8893-E70BA20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895600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1" name="slice-value-0-2">
            <a:extLst xmlns:a="http://schemas.openxmlformats.org/drawingml/2006/main">
              <a:ext uri="{FF2B5EF4-FFF2-40B4-BE49-F238E27FC236}">
                <a16:creationId xmlns:a16="http://schemas.microsoft.com/office/drawing/2014/main" id="{05DA2D32-60DF-440C-9606-1255784A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0003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90</a:t>
            </a:r>
          </a:p>
        </p:txBody>
      </p:sp>
      <p:sp>
        <p:nvSpPr>
          <p:cNvPr id="12" name="slice-row-1">
            <a:extLst xmlns:a="http://schemas.openxmlformats.org/drawingml/2006/main">
              <a:ext uri="{FF2B5EF4-FFF2-40B4-BE49-F238E27FC236}">
                <a16:creationId xmlns:a16="http://schemas.microsoft.com/office/drawing/2014/main" id="{A2377251-6CBF-4845-8F7A-C7B7DF2A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576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baris 1</a:t>
            </a:r>
          </a:p>
        </p:txBody>
      </p:sp>
      <p:sp>
        <p:nvSpPr>
          <p:cNvPr id="13" name="slice-cell-1-0">
            <a:extLst xmlns:a="http://schemas.openxmlformats.org/drawingml/2006/main">
              <a:ext uri="{FF2B5EF4-FFF2-40B4-BE49-F238E27FC236}">
                <a16:creationId xmlns:a16="http://schemas.microsoft.com/office/drawing/2014/main" id="{BC6AAEA0-3D50-4CB3-981B-C899C2B5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43300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4" name="slice-value-1-0">
            <a:extLst xmlns:a="http://schemas.openxmlformats.org/drawingml/2006/main">
              <a:ext uri="{FF2B5EF4-FFF2-40B4-BE49-F238E27FC236}">
                <a16:creationId xmlns:a16="http://schemas.microsoft.com/office/drawing/2014/main" id="{3D534541-8A33-4183-917D-484F0911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480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82</a:t>
            </a:r>
          </a:p>
        </p:txBody>
      </p:sp>
      <p:sp>
        <p:nvSpPr>
          <p:cNvPr id="15" name="slice-cell-1-1">
            <a:extLst xmlns:a="http://schemas.openxmlformats.org/drawingml/2006/main">
              <a:ext uri="{FF2B5EF4-FFF2-40B4-BE49-F238E27FC236}">
                <a16:creationId xmlns:a16="http://schemas.microsoft.com/office/drawing/2014/main" id="{48456711-1CB0-4830-893E-7B6318E7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43300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6" name="slice-value-1-1">
            <a:extLst xmlns:a="http://schemas.openxmlformats.org/drawingml/2006/main">
              <a:ext uri="{FF2B5EF4-FFF2-40B4-BE49-F238E27FC236}">
                <a16:creationId xmlns:a16="http://schemas.microsoft.com/office/drawing/2014/main" id="{15B791AD-D1BD-4131-A6CC-7709193E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480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76</a:t>
            </a:r>
          </a:p>
        </p:txBody>
      </p:sp>
      <p:sp>
        <p:nvSpPr>
          <p:cNvPr id="17" name="slice-cell-1-2">
            <a:extLst xmlns:a="http://schemas.openxmlformats.org/drawingml/2006/main">
              <a:ext uri="{FF2B5EF4-FFF2-40B4-BE49-F238E27FC236}">
                <a16:creationId xmlns:a16="http://schemas.microsoft.com/office/drawing/2014/main" id="{A78D7423-7499-4D0C-9009-0529D327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543300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8" name="slice-value-1-2">
            <a:extLst xmlns:a="http://schemas.openxmlformats.org/drawingml/2006/main">
              <a:ext uri="{FF2B5EF4-FFF2-40B4-BE49-F238E27FC236}">
                <a16:creationId xmlns:a16="http://schemas.microsoft.com/office/drawing/2014/main" id="{6CD20793-1941-43E4-B019-579C3F04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6480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88</a:t>
            </a:r>
          </a:p>
        </p:txBody>
      </p:sp>
      <p:sp>
        <p:nvSpPr>
          <p:cNvPr id="19" name="slice-row-2">
            <a:extLst xmlns:a="http://schemas.openxmlformats.org/drawingml/2006/main">
              <a:ext uri="{FF2B5EF4-FFF2-40B4-BE49-F238E27FC236}">
                <a16:creationId xmlns:a16="http://schemas.microsoft.com/office/drawing/2014/main" id="{2326A027-BFE5-4E7B-B130-9E18793E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053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baris 2</a:t>
            </a:r>
          </a:p>
        </p:txBody>
      </p:sp>
      <p:sp>
        <p:nvSpPr>
          <p:cNvPr id="20" name="slice-cell-2-0">
            <a:extLst xmlns:a="http://schemas.openxmlformats.org/drawingml/2006/main">
              <a:ext uri="{FF2B5EF4-FFF2-40B4-BE49-F238E27FC236}">
                <a16:creationId xmlns:a16="http://schemas.microsoft.com/office/drawing/2014/main" id="{5B7F2410-7461-426A-A5FA-B1A49857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91000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1" name="slice-value-2-0">
            <a:extLst xmlns:a="http://schemas.openxmlformats.org/drawingml/2006/main">
              <a:ext uri="{FF2B5EF4-FFF2-40B4-BE49-F238E27FC236}">
                <a16:creationId xmlns:a16="http://schemas.microsoft.com/office/drawing/2014/main" id="{951972E0-C7F2-4872-8A5F-D382032C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957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91</a:t>
            </a:r>
          </a:p>
        </p:txBody>
      </p:sp>
      <p:sp>
        <p:nvSpPr>
          <p:cNvPr id="22" name="slice-cell-2-1">
            <a:extLst xmlns:a="http://schemas.openxmlformats.org/drawingml/2006/main">
              <a:ext uri="{FF2B5EF4-FFF2-40B4-BE49-F238E27FC236}">
                <a16:creationId xmlns:a16="http://schemas.microsoft.com/office/drawing/2014/main" id="{0F97C7E5-E2E4-400A-8DDE-ACA6C9A7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191000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3" name="slice-value-2-1">
            <a:extLst xmlns:a="http://schemas.openxmlformats.org/drawingml/2006/main">
              <a:ext uri="{FF2B5EF4-FFF2-40B4-BE49-F238E27FC236}">
                <a16:creationId xmlns:a16="http://schemas.microsoft.com/office/drawing/2014/main" id="{2B5CFE9C-78E3-455B-AEBC-4FBBA658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957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84</a:t>
            </a:r>
          </a:p>
        </p:txBody>
      </p:sp>
      <p:sp>
        <p:nvSpPr>
          <p:cNvPr id="24" name="slice-cell-2-2">
            <a:extLst xmlns:a="http://schemas.openxmlformats.org/drawingml/2006/main">
              <a:ext uri="{FF2B5EF4-FFF2-40B4-BE49-F238E27FC236}">
                <a16:creationId xmlns:a16="http://schemas.microsoft.com/office/drawing/2014/main" id="{A1ABAD07-3908-4CA4-A589-3FF86ADD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191000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5" name="slice-value-2-2">
            <a:extLst xmlns:a="http://schemas.openxmlformats.org/drawingml/2006/main">
              <a:ext uri="{FF2B5EF4-FFF2-40B4-BE49-F238E27FC236}">
                <a16:creationId xmlns:a16="http://schemas.microsoft.com/office/drawing/2014/main" id="{00BD3A94-E1C9-439D-8E8E-CBF378AA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2957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79</a:t>
            </a:r>
          </a:p>
        </p:txBody>
      </p:sp>
      <p:sp>
        <p:nvSpPr>
          <p:cNvPr id="26" name="slice-row-3">
            <a:extLst xmlns:a="http://schemas.openxmlformats.org/drawingml/2006/main">
              <a:ext uri="{FF2B5EF4-FFF2-40B4-BE49-F238E27FC236}">
                <a16:creationId xmlns:a16="http://schemas.microsoft.com/office/drawing/2014/main" id="{AAD40A1D-0BF0-4E9D-9545-06B0D41B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530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baris 3</a:t>
            </a:r>
          </a:p>
        </p:txBody>
      </p:sp>
      <p:sp>
        <p:nvSpPr>
          <p:cNvPr id="27" name="slice-cell-3-0">
            <a:extLst xmlns:a="http://schemas.openxmlformats.org/drawingml/2006/main">
              <a:ext uri="{FF2B5EF4-FFF2-40B4-BE49-F238E27FC236}">
                <a16:creationId xmlns:a16="http://schemas.microsoft.com/office/drawing/2014/main" id="{2D9BFA94-4BA7-465B-9CC6-7BE7022F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38700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8" name="slice-value-3-0">
            <a:extLst xmlns:a="http://schemas.openxmlformats.org/drawingml/2006/main">
              <a:ext uri="{FF2B5EF4-FFF2-40B4-BE49-F238E27FC236}">
                <a16:creationId xmlns:a16="http://schemas.microsoft.com/office/drawing/2014/main" id="{563EEBF0-046C-45D8-8753-1AA0DE16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434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65</a:t>
            </a:r>
          </a:p>
        </p:txBody>
      </p:sp>
      <p:sp>
        <p:nvSpPr>
          <p:cNvPr id="29" name="slice-cell-3-1">
            <a:extLst xmlns:a="http://schemas.openxmlformats.org/drawingml/2006/main">
              <a:ext uri="{FF2B5EF4-FFF2-40B4-BE49-F238E27FC236}">
                <a16:creationId xmlns:a16="http://schemas.microsoft.com/office/drawing/2014/main" id="{38E59F5D-6D54-4B56-B127-9B6EFC20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838700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30" name="slice-value-3-1">
            <a:extLst xmlns:a="http://schemas.openxmlformats.org/drawingml/2006/main">
              <a:ext uri="{FF2B5EF4-FFF2-40B4-BE49-F238E27FC236}">
                <a16:creationId xmlns:a16="http://schemas.microsoft.com/office/drawing/2014/main" id="{D234A60C-9F70-4BBD-9E4B-CEF8C945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434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93</a:t>
            </a:r>
          </a:p>
        </p:txBody>
      </p:sp>
      <p:sp>
        <p:nvSpPr>
          <p:cNvPr id="31" name="slice-cell-3-2">
            <a:extLst xmlns:a="http://schemas.openxmlformats.org/drawingml/2006/main">
              <a:ext uri="{FF2B5EF4-FFF2-40B4-BE49-F238E27FC236}">
                <a16:creationId xmlns:a16="http://schemas.microsoft.com/office/drawing/2014/main" id="{BD7E167C-C24A-4798-94A4-E117C8C1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838700"/>
            <a:ext cx="1190625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2" name="slice-value-3-2">
            <a:extLst xmlns:a="http://schemas.openxmlformats.org/drawingml/2006/main">
              <a:ext uri="{FF2B5EF4-FFF2-40B4-BE49-F238E27FC236}">
                <a16:creationId xmlns:a16="http://schemas.microsoft.com/office/drawing/2014/main" id="{4F4EAF2E-FC85-48B0-8E69-343C6025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9434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87</a:t>
            </a:r>
          </a:p>
        </p:txBody>
      </p:sp>
      <p:sp>
        <p:nvSpPr>
          <p:cNvPr id="33" name="slice-exprs-bg">
            <a:extLst xmlns:a="http://schemas.openxmlformats.org/drawingml/2006/main">
              <a:ext uri="{FF2B5EF4-FFF2-40B4-BE49-F238E27FC236}">
                <a16:creationId xmlns:a16="http://schemas.microsoft.com/office/drawing/2014/main" id="{FD837945-DE29-4CBD-86AE-DE2891CE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71825"/>
            <a:ext cx="3524250" cy="196215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34" name="slice-exprs-text">
            <a:extLst xmlns:a="http://schemas.openxmlformats.org/drawingml/2006/main">
              <a:ext uri="{FF2B5EF4-FFF2-40B4-BE49-F238E27FC236}">
                <a16:creationId xmlns:a16="http://schemas.microsoft.com/office/drawing/2014/main" id="{96A862C5-5BA2-4738-8F34-4797BC6D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81375"/>
            <a:ext cx="3048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data[0, 1]     # 85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data[:, 1]     # kolom 1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data[1:3, :]  # baris 1 dan 2</a:t>
            </a:r>
          </a:p>
        </p:txBody>
      </p:sp>
      <p:sp>
        <p:nvSpPr>
          <p:cNvPr id="35" name="slice-stop">
            <a:extLst xmlns:a="http://schemas.openxmlformats.org/drawingml/2006/main">
              <a:ext uri="{FF2B5EF4-FFF2-40B4-BE49-F238E27FC236}">
                <a16:creationId xmlns:a16="http://schemas.microsoft.com/office/drawing/2014/main" id="{52BFECD2-DEE9-45A9-82D9-4CF5B2D4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38825"/>
            <a:ext cx="733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Batas akhir slicing tidak ikut diambil.</a:t>
            </a:r>
          </a:p>
        </p:txBody>
      </p:sp>
    </p:spTree>
    <p:extLst>
      <p:ext uri="{BB962C8B-B14F-4D97-AF65-F5344CB8AC3E}">
        <p14:creationId xmlns:p14="http://schemas.microsoft.com/office/powerpoint/2010/main" val="10192204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D93A3D-F708-4874-B755-BEFED588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reshape dan transpose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A03E6A0-B3C3-4472-98A0-01A51647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reshape mengubah susunan. transpose menukar baris dan kolom.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B8BEC27-4650-4362-A3A1-383CBD6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reshape-a">
            <a:extLst xmlns:a="http://schemas.openxmlformats.org/drawingml/2006/main">
              <a:ext uri="{FF2B5EF4-FFF2-40B4-BE49-F238E27FC236}">
                <a16:creationId xmlns:a16="http://schemas.microsoft.com/office/drawing/2014/main" id="{B4827388-8587-4E75-B4A6-686519A8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289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12 nilai</a:t>
            </a:r>
          </a:p>
        </p:txBody>
      </p:sp>
      <p:sp>
        <p:nvSpPr>
          <p:cNvPr id="5" name="reshape-flat-0">
            <a:extLst xmlns:a="http://schemas.openxmlformats.org/drawingml/2006/main">
              <a:ext uri="{FF2B5EF4-FFF2-40B4-BE49-F238E27FC236}">
                <a16:creationId xmlns:a16="http://schemas.microsoft.com/office/drawing/2014/main" id="{12BCB82A-CC74-4F50-9DDC-E087ECDD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33725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" name="reshape-flat-t-0">
            <a:extLst xmlns:a="http://schemas.openxmlformats.org/drawingml/2006/main">
              <a:ext uri="{FF2B5EF4-FFF2-40B4-BE49-F238E27FC236}">
                <a16:creationId xmlns:a16="http://schemas.microsoft.com/office/drawing/2014/main" id="{655512C9-5CA1-4BE2-9938-2FC184BD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99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7" name="reshape-flat-1">
            <a:extLst xmlns:a="http://schemas.openxmlformats.org/drawingml/2006/main">
              <a:ext uri="{FF2B5EF4-FFF2-40B4-BE49-F238E27FC236}">
                <a16:creationId xmlns:a16="http://schemas.microsoft.com/office/drawing/2014/main" id="{C6353C7A-363E-430F-9D21-76209497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33725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8" name="reshape-flat-t-1">
            <a:extLst xmlns:a="http://schemas.openxmlformats.org/drawingml/2006/main">
              <a:ext uri="{FF2B5EF4-FFF2-40B4-BE49-F238E27FC236}">
                <a16:creationId xmlns:a16="http://schemas.microsoft.com/office/drawing/2014/main" id="{3604710F-41F9-4C13-9EAB-14A62592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099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9" name="reshape-flat-2">
            <a:extLst xmlns:a="http://schemas.openxmlformats.org/drawingml/2006/main">
              <a:ext uri="{FF2B5EF4-FFF2-40B4-BE49-F238E27FC236}">
                <a16:creationId xmlns:a16="http://schemas.microsoft.com/office/drawing/2014/main" id="{03EC2B5E-2391-4846-B41B-33E60034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33725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0" name="reshape-flat-t-2">
            <a:extLst xmlns:a="http://schemas.openxmlformats.org/drawingml/2006/main">
              <a:ext uri="{FF2B5EF4-FFF2-40B4-BE49-F238E27FC236}">
                <a16:creationId xmlns:a16="http://schemas.microsoft.com/office/drawing/2014/main" id="{F73181C0-340D-4620-9E8E-1E38D79C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099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11" name="reshape-flat-3">
            <a:extLst xmlns:a="http://schemas.openxmlformats.org/drawingml/2006/main">
              <a:ext uri="{FF2B5EF4-FFF2-40B4-BE49-F238E27FC236}">
                <a16:creationId xmlns:a16="http://schemas.microsoft.com/office/drawing/2014/main" id="{9A3C63DF-FE5E-47F0-A86E-1466E99A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33725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2" name="reshape-flat-t-3">
            <a:extLst xmlns:a="http://schemas.openxmlformats.org/drawingml/2006/main">
              <a:ext uri="{FF2B5EF4-FFF2-40B4-BE49-F238E27FC236}">
                <a16:creationId xmlns:a16="http://schemas.microsoft.com/office/drawing/2014/main" id="{B849193E-7AE7-4597-8504-39D5D821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99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13" name="reshape-flat-4">
            <a:extLst xmlns:a="http://schemas.openxmlformats.org/drawingml/2006/main">
              <a:ext uri="{FF2B5EF4-FFF2-40B4-BE49-F238E27FC236}">
                <a16:creationId xmlns:a16="http://schemas.microsoft.com/office/drawing/2014/main" id="{B638F880-947D-4EBD-9DD7-5F6E50F7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33725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4" name="reshape-flat-t-4">
            <a:extLst xmlns:a="http://schemas.openxmlformats.org/drawingml/2006/main">
              <a:ext uri="{FF2B5EF4-FFF2-40B4-BE49-F238E27FC236}">
                <a16:creationId xmlns:a16="http://schemas.microsoft.com/office/drawing/2014/main" id="{D361B718-C9E5-4538-BC17-F8C60FD6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099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5</a:t>
            </a:r>
          </a:p>
        </p:txBody>
      </p:sp>
      <p:sp>
        <p:nvSpPr>
          <p:cNvPr id="15" name="reshape-flat-5">
            <a:extLst xmlns:a="http://schemas.openxmlformats.org/drawingml/2006/main">
              <a:ext uri="{FF2B5EF4-FFF2-40B4-BE49-F238E27FC236}">
                <a16:creationId xmlns:a16="http://schemas.microsoft.com/office/drawing/2014/main" id="{E78492A0-2067-4589-941B-23062CCD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33725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6" name="reshape-flat-t-5">
            <a:extLst xmlns:a="http://schemas.openxmlformats.org/drawingml/2006/main">
              <a:ext uri="{FF2B5EF4-FFF2-40B4-BE49-F238E27FC236}">
                <a16:creationId xmlns:a16="http://schemas.microsoft.com/office/drawing/2014/main" id="{635636B9-6706-48A7-B382-F58B417D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992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</a:t>
            </a:r>
          </a:p>
        </p:txBody>
      </p:sp>
      <p:sp>
        <p:nvSpPr>
          <p:cNvPr id="17" name="reshape-flat-6">
            <a:extLst xmlns:a="http://schemas.openxmlformats.org/drawingml/2006/main">
              <a:ext uri="{FF2B5EF4-FFF2-40B4-BE49-F238E27FC236}">
                <a16:creationId xmlns:a16="http://schemas.microsoft.com/office/drawing/2014/main" id="{006EE5EB-7727-4D25-BF9E-337483E3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8" name="reshape-flat-t-6">
            <a:extLst xmlns:a="http://schemas.openxmlformats.org/drawingml/2006/main">
              <a:ext uri="{FF2B5EF4-FFF2-40B4-BE49-F238E27FC236}">
                <a16:creationId xmlns:a16="http://schemas.microsoft.com/office/drawing/2014/main" id="{9ACB026F-B74D-474A-97AF-2F9D912F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6237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</a:t>
            </a:r>
          </a:p>
        </p:txBody>
      </p:sp>
      <p:sp>
        <p:nvSpPr>
          <p:cNvPr id="19" name="reshape-flat-7">
            <a:extLst xmlns:a="http://schemas.openxmlformats.org/drawingml/2006/main">
              <a:ext uri="{FF2B5EF4-FFF2-40B4-BE49-F238E27FC236}">
                <a16:creationId xmlns:a16="http://schemas.microsoft.com/office/drawing/2014/main" id="{18BEABB4-22C6-468B-9EE7-5C9E3A8A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86175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0" name="reshape-flat-t-7">
            <a:extLst xmlns:a="http://schemas.openxmlformats.org/drawingml/2006/main">
              <a:ext uri="{FF2B5EF4-FFF2-40B4-BE49-F238E27FC236}">
                <a16:creationId xmlns:a16="http://schemas.microsoft.com/office/drawing/2014/main" id="{46CC503A-4538-476F-9D26-ABC456BE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6237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21" name="reshape-flat-8">
            <a:extLst xmlns:a="http://schemas.openxmlformats.org/drawingml/2006/main">
              <a:ext uri="{FF2B5EF4-FFF2-40B4-BE49-F238E27FC236}">
                <a16:creationId xmlns:a16="http://schemas.microsoft.com/office/drawing/2014/main" id="{90457DDF-65B4-4A90-B02F-1C09C58F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86175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2" name="reshape-flat-t-8">
            <a:extLst xmlns:a="http://schemas.openxmlformats.org/drawingml/2006/main">
              <a:ext uri="{FF2B5EF4-FFF2-40B4-BE49-F238E27FC236}">
                <a16:creationId xmlns:a16="http://schemas.microsoft.com/office/drawing/2014/main" id="{BD11B285-9953-428B-811F-76060143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6237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</a:t>
            </a:r>
          </a:p>
        </p:txBody>
      </p:sp>
      <p:sp>
        <p:nvSpPr>
          <p:cNvPr id="23" name="reshape-flat-9">
            <a:extLst xmlns:a="http://schemas.openxmlformats.org/drawingml/2006/main">
              <a:ext uri="{FF2B5EF4-FFF2-40B4-BE49-F238E27FC236}">
                <a16:creationId xmlns:a16="http://schemas.microsoft.com/office/drawing/2014/main" id="{85AB4D2C-32A2-407E-BF2C-37E46AB8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86175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4" name="reshape-flat-t-9">
            <a:extLst xmlns:a="http://schemas.openxmlformats.org/drawingml/2006/main">
              <a:ext uri="{FF2B5EF4-FFF2-40B4-BE49-F238E27FC236}">
                <a16:creationId xmlns:a16="http://schemas.microsoft.com/office/drawing/2014/main" id="{6971D25A-9B8D-4452-AAF5-0A49A8E2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6237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</a:t>
            </a:r>
          </a:p>
        </p:txBody>
      </p:sp>
      <p:sp>
        <p:nvSpPr>
          <p:cNvPr id="25" name="reshape-flat-10">
            <a:extLst xmlns:a="http://schemas.openxmlformats.org/drawingml/2006/main">
              <a:ext uri="{FF2B5EF4-FFF2-40B4-BE49-F238E27FC236}">
                <a16:creationId xmlns:a16="http://schemas.microsoft.com/office/drawing/2014/main" id="{4AFE6724-CD00-4FF1-B076-12154E09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86175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6" name="reshape-flat-t-10">
            <a:extLst xmlns:a="http://schemas.openxmlformats.org/drawingml/2006/main">
              <a:ext uri="{FF2B5EF4-FFF2-40B4-BE49-F238E27FC236}">
                <a16:creationId xmlns:a16="http://schemas.microsoft.com/office/drawing/2014/main" id="{E9758625-FBC8-4668-916A-295B793B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6237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</a:t>
            </a:r>
          </a:p>
        </p:txBody>
      </p:sp>
      <p:sp>
        <p:nvSpPr>
          <p:cNvPr id="27" name="reshape-flat-11">
            <a:extLst xmlns:a="http://schemas.openxmlformats.org/drawingml/2006/main">
              <a:ext uri="{FF2B5EF4-FFF2-40B4-BE49-F238E27FC236}">
                <a16:creationId xmlns:a16="http://schemas.microsoft.com/office/drawing/2014/main" id="{48266E8B-7751-48A7-A0CC-9101118F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6175"/>
            <a:ext cx="438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8" name="reshape-flat-t-11">
            <a:extLst xmlns:a="http://schemas.openxmlformats.org/drawingml/2006/main">
              <a:ext uri="{FF2B5EF4-FFF2-40B4-BE49-F238E27FC236}">
                <a16:creationId xmlns:a16="http://schemas.microsoft.com/office/drawing/2014/main" id="{B84F146B-4EA4-49D4-AA5F-DF67B39C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62375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29" name="reshape-b">
            <a:extLst xmlns:a="http://schemas.openxmlformats.org/drawingml/2006/main">
              <a:ext uri="{FF2B5EF4-FFF2-40B4-BE49-F238E27FC236}">
                <a16:creationId xmlns:a16="http://schemas.microsoft.com/office/drawing/2014/main" id="{F81599D3-D0DB-4778-B797-A4F8CE84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289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shape (4, 3)</a:t>
            </a:r>
          </a:p>
        </p:txBody>
      </p:sp>
      <p:sp>
        <p:nvSpPr>
          <p:cNvPr id="30" name="reshape-m-0-0">
            <a:extLst xmlns:a="http://schemas.openxmlformats.org/drawingml/2006/main">
              <a:ext uri="{FF2B5EF4-FFF2-40B4-BE49-F238E27FC236}">
                <a16:creationId xmlns:a16="http://schemas.microsoft.com/office/drawing/2014/main" id="{593CAB95-5215-4912-B52F-5D2BDB41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242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1" name="reshape-m-val-0-0">
            <a:extLst xmlns:a="http://schemas.openxmlformats.org/drawingml/2006/main">
              <a:ext uri="{FF2B5EF4-FFF2-40B4-BE49-F238E27FC236}">
                <a16:creationId xmlns:a16="http://schemas.microsoft.com/office/drawing/2014/main" id="{AFE81F72-5685-49B4-A5BA-3A64270E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00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32" name="reshape-m-0-1">
            <a:extLst xmlns:a="http://schemas.openxmlformats.org/drawingml/2006/main">
              <a:ext uri="{FF2B5EF4-FFF2-40B4-BE49-F238E27FC236}">
                <a16:creationId xmlns:a16="http://schemas.microsoft.com/office/drawing/2014/main" id="{D16CA8F6-529D-4FC4-B2EF-7ED503F1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242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3" name="reshape-m-val-0-1">
            <a:extLst xmlns:a="http://schemas.openxmlformats.org/drawingml/2006/main">
              <a:ext uri="{FF2B5EF4-FFF2-40B4-BE49-F238E27FC236}">
                <a16:creationId xmlns:a16="http://schemas.microsoft.com/office/drawing/2014/main" id="{7AF563F1-D365-4985-9DB5-1E25929E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34" name="reshape-m-0-2">
            <a:extLst xmlns:a="http://schemas.openxmlformats.org/drawingml/2006/main">
              <a:ext uri="{FF2B5EF4-FFF2-40B4-BE49-F238E27FC236}">
                <a16:creationId xmlns:a16="http://schemas.microsoft.com/office/drawing/2014/main" id="{F499645E-8E54-4224-B51D-712B6CDC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242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5" name="reshape-m-val-0-2">
            <a:extLst xmlns:a="http://schemas.openxmlformats.org/drawingml/2006/main">
              <a:ext uri="{FF2B5EF4-FFF2-40B4-BE49-F238E27FC236}">
                <a16:creationId xmlns:a16="http://schemas.microsoft.com/office/drawing/2014/main" id="{1BD30940-04CC-47B1-BBEF-EA281E8A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00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36" name="reshape-m-1-0">
            <a:extLst xmlns:a="http://schemas.openxmlformats.org/drawingml/2006/main">
              <a:ext uri="{FF2B5EF4-FFF2-40B4-BE49-F238E27FC236}">
                <a16:creationId xmlns:a16="http://schemas.microsoft.com/office/drawing/2014/main" id="{0B62BCD9-25F3-4698-8008-A06DA18E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195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7" name="reshape-m-val-1-0">
            <a:extLst xmlns:a="http://schemas.openxmlformats.org/drawingml/2006/main">
              <a:ext uri="{FF2B5EF4-FFF2-40B4-BE49-F238E27FC236}">
                <a16:creationId xmlns:a16="http://schemas.microsoft.com/office/drawing/2014/main" id="{F50D0780-A8C7-4778-B9C1-6847D745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95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38" name="reshape-m-1-1">
            <a:extLst xmlns:a="http://schemas.openxmlformats.org/drawingml/2006/main">
              <a:ext uri="{FF2B5EF4-FFF2-40B4-BE49-F238E27FC236}">
                <a16:creationId xmlns:a16="http://schemas.microsoft.com/office/drawing/2014/main" id="{2F8898CA-F618-4308-89C6-FA47FE51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195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9" name="reshape-m-val-1-1">
            <a:extLst xmlns:a="http://schemas.openxmlformats.org/drawingml/2006/main">
              <a:ext uri="{FF2B5EF4-FFF2-40B4-BE49-F238E27FC236}">
                <a16:creationId xmlns:a16="http://schemas.microsoft.com/office/drawing/2014/main" id="{63AB6C0D-D4AA-48C8-B770-CF0CCE78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95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5</a:t>
            </a:r>
          </a:p>
        </p:txBody>
      </p:sp>
      <p:sp>
        <p:nvSpPr>
          <p:cNvPr id="40" name="reshape-m-1-2">
            <a:extLst xmlns:a="http://schemas.openxmlformats.org/drawingml/2006/main">
              <a:ext uri="{FF2B5EF4-FFF2-40B4-BE49-F238E27FC236}">
                <a16:creationId xmlns:a16="http://schemas.microsoft.com/office/drawing/2014/main" id="{CC1CDF33-675D-4661-B579-A3A2227C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6195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1" name="reshape-m-val-1-2">
            <a:extLst xmlns:a="http://schemas.openxmlformats.org/drawingml/2006/main">
              <a:ext uri="{FF2B5EF4-FFF2-40B4-BE49-F238E27FC236}">
                <a16:creationId xmlns:a16="http://schemas.microsoft.com/office/drawing/2014/main" id="{DC0DD709-E07D-4C9D-9F8C-3C072AFC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695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</a:t>
            </a:r>
          </a:p>
        </p:txBody>
      </p:sp>
      <p:sp>
        <p:nvSpPr>
          <p:cNvPr id="42" name="reshape-m-2-0">
            <a:extLst xmlns:a="http://schemas.openxmlformats.org/drawingml/2006/main">
              <a:ext uri="{FF2B5EF4-FFF2-40B4-BE49-F238E27FC236}">
                <a16:creationId xmlns:a16="http://schemas.microsoft.com/office/drawing/2014/main" id="{4B3DCB28-94BC-4BBA-848F-8CE4141B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148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3" name="reshape-m-val-2-0">
            <a:extLst xmlns:a="http://schemas.openxmlformats.org/drawingml/2006/main">
              <a:ext uri="{FF2B5EF4-FFF2-40B4-BE49-F238E27FC236}">
                <a16:creationId xmlns:a16="http://schemas.microsoft.com/office/drawing/2014/main" id="{5CACBFD8-944E-4FB5-B94F-21EF2ABF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91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</a:t>
            </a:r>
          </a:p>
        </p:txBody>
      </p:sp>
      <p:sp>
        <p:nvSpPr>
          <p:cNvPr id="44" name="reshape-m-2-1">
            <a:extLst xmlns:a="http://schemas.openxmlformats.org/drawingml/2006/main">
              <a:ext uri="{FF2B5EF4-FFF2-40B4-BE49-F238E27FC236}">
                <a16:creationId xmlns:a16="http://schemas.microsoft.com/office/drawing/2014/main" id="{C90875B5-C462-4A93-9954-D761B8AB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148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5" name="reshape-m-val-2-1">
            <a:extLst xmlns:a="http://schemas.openxmlformats.org/drawingml/2006/main">
              <a:ext uri="{FF2B5EF4-FFF2-40B4-BE49-F238E27FC236}">
                <a16:creationId xmlns:a16="http://schemas.microsoft.com/office/drawing/2014/main" id="{714B9C68-56B4-4B89-A71B-16376746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91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46" name="reshape-m-2-2">
            <a:extLst xmlns:a="http://schemas.openxmlformats.org/drawingml/2006/main">
              <a:ext uri="{FF2B5EF4-FFF2-40B4-BE49-F238E27FC236}">
                <a16:creationId xmlns:a16="http://schemas.microsoft.com/office/drawing/2014/main" id="{F84E17D8-A3C5-49FA-B5A0-B5D29639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148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7" name="reshape-m-val-2-2">
            <a:extLst xmlns:a="http://schemas.openxmlformats.org/drawingml/2006/main">
              <a:ext uri="{FF2B5EF4-FFF2-40B4-BE49-F238E27FC236}">
                <a16:creationId xmlns:a16="http://schemas.microsoft.com/office/drawing/2014/main" id="{C4C6D14C-08BE-40B8-9446-5D39234C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91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</a:t>
            </a:r>
          </a:p>
        </p:txBody>
      </p:sp>
      <p:sp>
        <p:nvSpPr>
          <p:cNvPr id="48" name="reshape-m-3-0">
            <a:extLst xmlns:a="http://schemas.openxmlformats.org/drawingml/2006/main">
              <a:ext uri="{FF2B5EF4-FFF2-40B4-BE49-F238E27FC236}">
                <a16:creationId xmlns:a16="http://schemas.microsoft.com/office/drawing/2014/main" id="{FA1E5307-87DB-480D-93D0-97B5BC35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101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9" name="reshape-m-val-3-0">
            <a:extLst xmlns:a="http://schemas.openxmlformats.org/drawingml/2006/main">
              <a:ext uri="{FF2B5EF4-FFF2-40B4-BE49-F238E27FC236}">
                <a16:creationId xmlns:a16="http://schemas.microsoft.com/office/drawing/2014/main" id="{D88B81EC-5761-4F45-B93C-297928C9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863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</a:t>
            </a:r>
          </a:p>
        </p:txBody>
      </p:sp>
      <p:sp>
        <p:nvSpPr>
          <p:cNvPr id="50" name="reshape-m-3-1">
            <a:extLst xmlns:a="http://schemas.openxmlformats.org/drawingml/2006/main">
              <a:ext uri="{FF2B5EF4-FFF2-40B4-BE49-F238E27FC236}">
                <a16:creationId xmlns:a16="http://schemas.microsoft.com/office/drawing/2014/main" id="{D22BCCAD-0951-4167-80D0-341F5877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101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1" name="reshape-m-val-3-1">
            <a:extLst xmlns:a="http://schemas.openxmlformats.org/drawingml/2006/main">
              <a:ext uri="{FF2B5EF4-FFF2-40B4-BE49-F238E27FC236}">
                <a16:creationId xmlns:a16="http://schemas.microsoft.com/office/drawing/2014/main" id="{8D4470CE-F8BA-4E35-8E2D-CE24B603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863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</a:t>
            </a:r>
          </a:p>
        </p:txBody>
      </p:sp>
      <p:sp>
        <p:nvSpPr>
          <p:cNvPr id="52" name="reshape-m-3-2">
            <a:extLst xmlns:a="http://schemas.openxmlformats.org/drawingml/2006/main">
              <a:ext uri="{FF2B5EF4-FFF2-40B4-BE49-F238E27FC236}">
                <a16:creationId xmlns:a16="http://schemas.microsoft.com/office/drawing/2014/main" id="{F38FBDF3-7F80-43B8-8764-1BCCCE41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101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3" name="reshape-m-val-3-2">
            <a:extLst xmlns:a="http://schemas.openxmlformats.org/drawingml/2006/main">
              <a:ext uri="{FF2B5EF4-FFF2-40B4-BE49-F238E27FC236}">
                <a16:creationId xmlns:a16="http://schemas.microsoft.com/office/drawing/2014/main" id="{29AF5AE7-0025-4C86-9944-BFA54D90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863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54" name="reshape-c">
            <a:extLst xmlns:a="http://schemas.openxmlformats.org/drawingml/2006/main">
              <a:ext uri="{FF2B5EF4-FFF2-40B4-BE49-F238E27FC236}">
                <a16:creationId xmlns:a16="http://schemas.microsoft.com/office/drawing/2014/main" id="{0896619B-20BB-4DDA-B7E9-C97C9976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transpose (3, 4)</a:t>
            </a:r>
          </a:p>
        </p:txBody>
      </p:sp>
      <p:sp>
        <p:nvSpPr>
          <p:cNvPr id="55" name="transpose-m-0-0">
            <a:extLst xmlns:a="http://schemas.openxmlformats.org/drawingml/2006/main">
              <a:ext uri="{FF2B5EF4-FFF2-40B4-BE49-F238E27FC236}">
                <a16:creationId xmlns:a16="http://schemas.microsoft.com/office/drawing/2014/main" id="{FD72BB6C-27F8-4A70-996D-A3FB14D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242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6" name="transpose-m-val-0-0">
            <a:extLst xmlns:a="http://schemas.openxmlformats.org/drawingml/2006/main">
              <a:ext uri="{FF2B5EF4-FFF2-40B4-BE49-F238E27FC236}">
                <a16:creationId xmlns:a16="http://schemas.microsoft.com/office/drawing/2014/main" id="{B20EAA4B-A6AC-46A8-8DF3-3B8B19E4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00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57" name="transpose-m-0-1">
            <a:extLst xmlns:a="http://schemas.openxmlformats.org/drawingml/2006/main">
              <a:ext uri="{FF2B5EF4-FFF2-40B4-BE49-F238E27FC236}">
                <a16:creationId xmlns:a16="http://schemas.microsoft.com/office/drawing/2014/main" id="{175F8427-F9C9-48F4-B850-F82A7883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242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8" name="transpose-m-val-0-1">
            <a:extLst xmlns:a="http://schemas.openxmlformats.org/drawingml/2006/main">
              <a:ext uri="{FF2B5EF4-FFF2-40B4-BE49-F238E27FC236}">
                <a16:creationId xmlns:a16="http://schemas.microsoft.com/office/drawing/2014/main" id="{7BB8CA6D-DEA3-4F0E-88C5-8B66AC96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59" name="transpose-m-0-2">
            <a:extLst xmlns:a="http://schemas.openxmlformats.org/drawingml/2006/main">
              <a:ext uri="{FF2B5EF4-FFF2-40B4-BE49-F238E27FC236}">
                <a16:creationId xmlns:a16="http://schemas.microsoft.com/office/drawing/2014/main" id="{21D59F47-7720-4F92-A046-ED76CC83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1242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0" name="transpose-m-val-0-2">
            <a:extLst xmlns:a="http://schemas.openxmlformats.org/drawingml/2006/main">
              <a:ext uri="{FF2B5EF4-FFF2-40B4-BE49-F238E27FC236}">
                <a16:creationId xmlns:a16="http://schemas.microsoft.com/office/drawing/2014/main" id="{012338F8-6B6C-4F7A-9AAF-26E27235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00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</a:t>
            </a:r>
          </a:p>
        </p:txBody>
      </p:sp>
      <p:sp>
        <p:nvSpPr>
          <p:cNvPr id="61" name="transpose-m-0-3">
            <a:extLst xmlns:a="http://schemas.openxmlformats.org/drawingml/2006/main">
              <a:ext uri="{FF2B5EF4-FFF2-40B4-BE49-F238E27FC236}">
                <a16:creationId xmlns:a16="http://schemas.microsoft.com/office/drawing/2014/main" id="{42643944-70CD-4C93-AB76-E267F81C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242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2" name="transpose-m-val-0-3">
            <a:extLst xmlns:a="http://schemas.openxmlformats.org/drawingml/2006/main">
              <a:ext uri="{FF2B5EF4-FFF2-40B4-BE49-F238E27FC236}">
                <a16:creationId xmlns:a16="http://schemas.microsoft.com/office/drawing/2014/main" id="{142D0C97-B95F-4328-9BA9-09CA37F9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200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</a:t>
            </a:r>
          </a:p>
        </p:txBody>
      </p:sp>
      <p:sp>
        <p:nvSpPr>
          <p:cNvPr id="63" name="transpose-m-1-0">
            <a:extLst xmlns:a="http://schemas.openxmlformats.org/drawingml/2006/main">
              <a:ext uri="{FF2B5EF4-FFF2-40B4-BE49-F238E27FC236}">
                <a16:creationId xmlns:a16="http://schemas.microsoft.com/office/drawing/2014/main" id="{70D89E27-5ADF-4D65-A0BE-815AE93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195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4" name="transpose-m-val-1-0">
            <a:extLst xmlns:a="http://schemas.openxmlformats.org/drawingml/2006/main">
              <a:ext uri="{FF2B5EF4-FFF2-40B4-BE49-F238E27FC236}">
                <a16:creationId xmlns:a16="http://schemas.microsoft.com/office/drawing/2014/main" id="{AB99ADDB-AAFE-4C6D-885C-54C57B53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95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65" name="transpose-m-1-1">
            <a:extLst xmlns:a="http://schemas.openxmlformats.org/drawingml/2006/main">
              <a:ext uri="{FF2B5EF4-FFF2-40B4-BE49-F238E27FC236}">
                <a16:creationId xmlns:a16="http://schemas.microsoft.com/office/drawing/2014/main" id="{B6A13E09-DA1E-4FA8-AAE6-3E4B5586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195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6" name="transpose-m-val-1-1">
            <a:extLst xmlns:a="http://schemas.openxmlformats.org/drawingml/2006/main">
              <a:ext uri="{FF2B5EF4-FFF2-40B4-BE49-F238E27FC236}">
                <a16:creationId xmlns:a16="http://schemas.microsoft.com/office/drawing/2014/main" id="{CAE294A2-4228-4563-A2E8-677D19A3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95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5</a:t>
            </a:r>
          </a:p>
        </p:txBody>
      </p:sp>
      <p:sp>
        <p:nvSpPr>
          <p:cNvPr id="67" name="transpose-m-1-2">
            <a:extLst xmlns:a="http://schemas.openxmlformats.org/drawingml/2006/main">
              <a:ext uri="{FF2B5EF4-FFF2-40B4-BE49-F238E27FC236}">
                <a16:creationId xmlns:a16="http://schemas.microsoft.com/office/drawing/2014/main" id="{4B06AB46-9ADE-46B2-8AAC-3AEA8ECE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195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68" name="transpose-m-val-1-2">
            <a:extLst xmlns:a="http://schemas.openxmlformats.org/drawingml/2006/main">
              <a:ext uri="{FF2B5EF4-FFF2-40B4-BE49-F238E27FC236}">
                <a16:creationId xmlns:a16="http://schemas.microsoft.com/office/drawing/2014/main" id="{7DF7E224-B022-43E1-AB01-1B90D9A8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95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69" name="transpose-m-1-3">
            <a:extLst xmlns:a="http://schemas.openxmlformats.org/drawingml/2006/main">
              <a:ext uri="{FF2B5EF4-FFF2-40B4-BE49-F238E27FC236}">
                <a16:creationId xmlns:a16="http://schemas.microsoft.com/office/drawing/2014/main" id="{D277F775-6A1B-4C32-B169-67B73B19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195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0" name="transpose-m-val-1-3">
            <a:extLst xmlns:a="http://schemas.openxmlformats.org/drawingml/2006/main">
              <a:ext uri="{FF2B5EF4-FFF2-40B4-BE49-F238E27FC236}">
                <a16:creationId xmlns:a16="http://schemas.microsoft.com/office/drawing/2014/main" id="{8E2135E6-6383-4101-B3CC-41E19B58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95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</a:t>
            </a:r>
          </a:p>
        </p:txBody>
      </p:sp>
      <p:sp>
        <p:nvSpPr>
          <p:cNvPr id="71" name="transpose-m-2-0">
            <a:extLst xmlns:a="http://schemas.openxmlformats.org/drawingml/2006/main">
              <a:ext uri="{FF2B5EF4-FFF2-40B4-BE49-F238E27FC236}">
                <a16:creationId xmlns:a16="http://schemas.microsoft.com/office/drawing/2014/main" id="{621561CF-B6DE-4C95-B320-0BB4C2F3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148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2" name="transpose-m-val-2-0">
            <a:extLst xmlns:a="http://schemas.openxmlformats.org/drawingml/2006/main">
              <a:ext uri="{FF2B5EF4-FFF2-40B4-BE49-F238E27FC236}">
                <a16:creationId xmlns:a16="http://schemas.microsoft.com/office/drawing/2014/main" id="{7337B57C-4F04-4B48-9EF5-A7560812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91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73" name="transpose-m-2-1">
            <a:extLst xmlns:a="http://schemas.openxmlformats.org/drawingml/2006/main">
              <a:ext uri="{FF2B5EF4-FFF2-40B4-BE49-F238E27FC236}">
                <a16:creationId xmlns:a16="http://schemas.microsoft.com/office/drawing/2014/main" id="{17F411BF-BCDB-4978-8E7D-E939A3B1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148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4" name="transpose-m-val-2-1">
            <a:extLst xmlns:a="http://schemas.openxmlformats.org/drawingml/2006/main">
              <a:ext uri="{FF2B5EF4-FFF2-40B4-BE49-F238E27FC236}">
                <a16:creationId xmlns:a16="http://schemas.microsoft.com/office/drawing/2014/main" id="{A15A69E8-D84C-4B90-A43E-F2C6521F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91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6</a:t>
            </a:r>
          </a:p>
        </p:txBody>
      </p:sp>
      <p:sp>
        <p:nvSpPr>
          <p:cNvPr id="75" name="transpose-m-2-2">
            <a:extLst xmlns:a="http://schemas.openxmlformats.org/drawingml/2006/main">
              <a:ext uri="{FF2B5EF4-FFF2-40B4-BE49-F238E27FC236}">
                <a16:creationId xmlns:a16="http://schemas.microsoft.com/office/drawing/2014/main" id="{3EBF660D-67D8-4A7C-BAC8-B2A6F2E4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1148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6" name="transpose-m-val-2-2">
            <a:extLst xmlns:a="http://schemas.openxmlformats.org/drawingml/2006/main">
              <a:ext uri="{FF2B5EF4-FFF2-40B4-BE49-F238E27FC236}">
                <a16:creationId xmlns:a16="http://schemas.microsoft.com/office/drawing/2014/main" id="{ECBBFF50-D85E-445B-A897-FAB091FE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191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</a:t>
            </a:r>
          </a:p>
        </p:txBody>
      </p:sp>
      <p:sp>
        <p:nvSpPr>
          <p:cNvPr id="77" name="transpose-m-2-3">
            <a:extLst xmlns:a="http://schemas.openxmlformats.org/drawingml/2006/main">
              <a:ext uri="{FF2B5EF4-FFF2-40B4-BE49-F238E27FC236}">
                <a16:creationId xmlns:a16="http://schemas.microsoft.com/office/drawing/2014/main" id="{E5882C82-CD3C-4BB4-AB83-5B056E24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1480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8" name="transpose-m-val-2-3">
            <a:extLst xmlns:a="http://schemas.openxmlformats.org/drawingml/2006/main">
              <a:ext uri="{FF2B5EF4-FFF2-40B4-BE49-F238E27FC236}">
                <a16:creationId xmlns:a16="http://schemas.microsoft.com/office/drawing/2014/main" id="{45BE67C8-CF4D-4C8D-A4B4-5FC23E53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91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79" name="reshape-rule">
            <a:extLst xmlns:a="http://schemas.openxmlformats.org/drawingml/2006/main">
              <a:ext uri="{FF2B5EF4-FFF2-40B4-BE49-F238E27FC236}">
                <a16:creationId xmlns:a16="http://schemas.microsoft.com/office/drawing/2014/main" id="{47F47B4B-AD31-4F7D-9B00-0CBA6331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Jumlah elemen tetap 12. Bentuknya berubah.</a:t>
            </a:r>
          </a:p>
        </p:txBody>
      </p:sp>
    </p:spTree>
    <p:extLst>
      <p:ext uri="{BB962C8B-B14F-4D97-AF65-F5344CB8AC3E}">
        <p14:creationId xmlns:p14="http://schemas.microsoft.com/office/powerpoint/2010/main" val="6009995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3A11F1-0395-4F88-A630-AFCF2913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Operasi vektor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E45E57-2B0C-466A-A1E8-90950B25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Operasi NumPy diterapkan per elemen pada array.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858D9E2-D234-45FF-8460-D46D373D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vector-head-bg">
            <a:extLst xmlns:a="http://schemas.openxmlformats.org/drawingml/2006/main">
              <a:ext uri="{FF2B5EF4-FFF2-40B4-BE49-F238E27FC236}">
                <a16:creationId xmlns:a16="http://schemas.microsoft.com/office/drawing/2014/main" id="{2F51AEFD-E078-4203-AF6C-B77F32BC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19400"/>
            <a:ext cx="81915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vector-r0-c0">
            <a:extLst xmlns:a="http://schemas.openxmlformats.org/drawingml/2006/main">
              <a:ext uri="{FF2B5EF4-FFF2-40B4-BE49-F238E27FC236}">
                <a16:creationId xmlns:a16="http://schemas.microsoft.com/office/drawing/2014/main" id="{3B2E2259-F363-4A2C-9ABF-D4694869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2417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Produk</a:t>
            </a:r>
          </a:p>
        </p:txBody>
      </p:sp>
      <p:sp>
        <p:nvSpPr>
          <p:cNvPr id="6" name="vector-r0-c1">
            <a:extLst xmlns:a="http://schemas.openxmlformats.org/drawingml/2006/main">
              <a:ext uri="{FF2B5EF4-FFF2-40B4-BE49-F238E27FC236}">
                <a16:creationId xmlns:a16="http://schemas.microsoft.com/office/drawing/2014/main" id="{D3477791-19FD-453F-9C7E-5A2CF67D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2417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Terjual</a:t>
            </a:r>
          </a:p>
        </p:txBody>
      </p:sp>
      <p:sp>
        <p:nvSpPr>
          <p:cNvPr id="7" name="vector-v0-1">
            <a:extLst xmlns:a="http://schemas.openxmlformats.org/drawingml/2006/main">
              <a:ext uri="{FF2B5EF4-FFF2-40B4-BE49-F238E27FC236}">
                <a16:creationId xmlns:a16="http://schemas.microsoft.com/office/drawing/2014/main" id="{43A08ADD-CED9-4084-95DB-448496E5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575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vector-r0-c2">
            <a:extLst xmlns:a="http://schemas.openxmlformats.org/drawingml/2006/main">
              <a:ext uri="{FF2B5EF4-FFF2-40B4-BE49-F238E27FC236}">
                <a16:creationId xmlns:a16="http://schemas.microsoft.com/office/drawing/2014/main" id="{064398D8-FA84-4572-881D-B3E3DC3F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2417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Pendapatan</a:t>
            </a:r>
          </a:p>
        </p:txBody>
      </p:sp>
      <p:sp>
        <p:nvSpPr>
          <p:cNvPr id="9" name="vector-v0-2">
            <a:extLst xmlns:a="http://schemas.openxmlformats.org/drawingml/2006/main">
              <a:ext uri="{FF2B5EF4-FFF2-40B4-BE49-F238E27FC236}">
                <a16:creationId xmlns:a16="http://schemas.microsoft.com/office/drawing/2014/main" id="{22E0F0EE-C337-4E34-A9A8-C2A81D05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vector-r1-c0">
            <a:extLst xmlns:a="http://schemas.openxmlformats.org/drawingml/2006/main">
              <a:ext uri="{FF2B5EF4-FFF2-40B4-BE49-F238E27FC236}">
                <a16:creationId xmlns:a16="http://schemas.microsoft.com/office/drawing/2014/main" id="{68834E47-E668-4AB5-99D1-0B3662F1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0997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Pensil</a:t>
            </a:r>
          </a:p>
        </p:txBody>
      </p:sp>
      <p:sp>
        <p:nvSpPr>
          <p:cNvPr id="11" name="vector-r1-c1">
            <a:extLst xmlns:a="http://schemas.openxmlformats.org/drawingml/2006/main">
              <a:ext uri="{FF2B5EF4-FFF2-40B4-BE49-F238E27FC236}">
                <a16:creationId xmlns:a16="http://schemas.microsoft.com/office/drawing/2014/main" id="{4A4B9947-456E-4850-9572-2525CCD8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0997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 × 10</a:t>
            </a:r>
          </a:p>
        </p:txBody>
      </p:sp>
      <p:sp>
        <p:nvSpPr>
          <p:cNvPr id="12" name="vector-v1-1">
            <a:extLst xmlns:a="http://schemas.openxmlformats.org/drawingml/2006/main">
              <a:ext uri="{FF2B5EF4-FFF2-40B4-BE49-F238E27FC236}">
                <a16:creationId xmlns:a16="http://schemas.microsoft.com/office/drawing/2014/main" id="{665096A3-FBA3-422D-BC4B-CB9D1EC6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433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vector-r1-c2">
            <a:extLst xmlns:a="http://schemas.openxmlformats.org/drawingml/2006/main">
              <a:ext uri="{FF2B5EF4-FFF2-40B4-BE49-F238E27FC236}">
                <a16:creationId xmlns:a16="http://schemas.microsoft.com/office/drawing/2014/main" id="{E7BF277A-119F-41C8-8DCE-21EF8FCE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997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20</a:t>
            </a:r>
          </a:p>
        </p:txBody>
      </p:sp>
      <p:sp>
        <p:nvSpPr>
          <p:cNvPr id="14" name="vector-v1-2">
            <a:extLst xmlns:a="http://schemas.openxmlformats.org/drawingml/2006/main">
              <a:ext uri="{FF2B5EF4-FFF2-40B4-BE49-F238E27FC236}">
                <a16:creationId xmlns:a16="http://schemas.microsoft.com/office/drawing/2014/main" id="{7666AE07-F0DB-4239-BE01-C0486F37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433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vector-h1">
            <a:extLst xmlns:a="http://schemas.openxmlformats.org/drawingml/2006/main">
              <a:ext uri="{FF2B5EF4-FFF2-40B4-BE49-F238E27FC236}">
                <a16:creationId xmlns:a16="http://schemas.microsoft.com/office/drawing/2014/main" id="{E2E87D5F-F8B4-443B-BD4A-CC88A404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052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vector-band-2">
            <a:extLst xmlns:a="http://schemas.openxmlformats.org/drawingml/2006/main">
              <a:ext uri="{FF2B5EF4-FFF2-40B4-BE49-F238E27FC236}">
                <a16:creationId xmlns:a16="http://schemas.microsoft.com/office/drawing/2014/main" id="{69C8E2D2-AF2C-4E04-A576-5AAFBA72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9100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ector-r2-c0">
            <a:extLst xmlns:a="http://schemas.openxmlformats.org/drawingml/2006/main">
              <a:ext uri="{FF2B5EF4-FFF2-40B4-BE49-F238E27FC236}">
                <a16:creationId xmlns:a16="http://schemas.microsoft.com/office/drawing/2014/main" id="{B31D55AB-8C64-4EB3-A947-5021A4DD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9577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Buku</a:t>
            </a:r>
          </a:p>
        </p:txBody>
      </p:sp>
      <p:sp>
        <p:nvSpPr>
          <p:cNvPr id="18" name="vector-r2-c1">
            <a:extLst xmlns:a="http://schemas.openxmlformats.org/drawingml/2006/main">
              <a:ext uri="{FF2B5EF4-FFF2-40B4-BE49-F238E27FC236}">
                <a16:creationId xmlns:a16="http://schemas.microsoft.com/office/drawing/2014/main" id="{7FAF6462-7CA9-4E24-98E7-C6D7DF18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9577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 × 15</a:t>
            </a:r>
          </a:p>
        </p:txBody>
      </p:sp>
      <p:sp>
        <p:nvSpPr>
          <p:cNvPr id="19" name="vector-v2-1">
            <a:extLst xmlns:a="http://schemas.openxmlformats.org/drawingml/2006/main">
              <a:ext uri="{FF2B5EF4-FFF2-40B4-BE49-F238E27FC236}">
                <a16:creationId xmlns:a16="http://schemas.microsoft.com/office/drawing/2014/main" id="{65B8905B-3AB7-44FE-BA4F-5383E3E8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291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vector-r2-c2">
            <a:extLst xmlns:a="http://schemas.openxmlformats.org/drawingml/2006/main">
              <a:ext uri="{FF2B5EF4-FFF2-40B4-BE49-F238E27FC236}">
                <a16:creationId xmlns:a16="http://schemas.microsoft.com/office/drawing/2014/main" id="{E8267FB4-8001-4A89-B514-2FFD51EA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9577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45</a:t>
            </a:r>
          </a:p>
        </p:txBody>
      </p:sp>
      <p:sp>
        <p:nvSpPr>
          <p:cNvPr id="21" name="vector-v2-2">
            <a:extLst xmlns:a="http://schemas.openxmlformats.org/drawingml/2006/main">
              <a:ext uri="{FF2B5EF4-FFF2-40B4-BE49-F238E27FC236}">
                <a16:creationId xmlns:a16="http://schemas.microsoft.com/office/drawing/2014/main" id="{5A181359-2315-4ACB-8D0D-C3BAFCA3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291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vector-h2">
            <a:extLst xmlns:a="http://schemas.openxmlformats.org/drawingml/2006/main">
              <a:ext uri="{FF2B5EF4-FFF2-40B4-BE49-F238E27FC236}">
                <a16:creationId xmlns:a16="http://schemas.microsoft.com/office/drawing/2014/main" id="{9025638E-9819-4A62-BA4C-0A51438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910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vector-r3-c0">
            <a:extLst xmlns:a="http://schemas.openxmlformats.org/drawingml/2006/main">
              <a:ext uri="{FF2B5EF4-FFF2-40B4-BE49-F238E27FC236}">
                <a16:creationId xmlns:a16="http://schemas.microsoft.com/office/drawing/2014/main" id="{10A8AA68-100F-48E8-908C-9305421C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8157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Map</a:t>
            </a:r>
          </a:p>
        </p:txBody>
      </p:sp>
      <p:sp>
        <p:nvSpPr>
          <p:cNvPr id="24" name="vector-r3-c1">
            <a:extLst xmlns:a="http://schemas.openxmlformats.org/drawingml/2006/main">
              <a:ext uri="{FF2B5EF4-FFF2-40B4-BE49-F238E27FC236}">
                <a16:creationId xmlns:a16="http://schemas.microsoft.com/office/drawing/2014/main" id="{2843DDCF-CC4B-4387-9F9A-41D96700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8157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 × 12</a:t>
            </a:r>
          </a:p>
        </p:txBody>
      </p:sp>
      <p:sp>
        <p:nvSpPr>
          <p:cNvPr id="25" name="vector-v3-1">
            <a:extLst xmlns:a="http://schemas.openxmlformats.org/drawingml/2006/main">
              <a:ext uri="{FF2B5EF4-FFF2-40B4-BE49-F238E27FC236}">
                <a16:creationId xmlns:a16="http://schemas.microsoft.com/office/drawing/2014/main" id="{1D0422E1-96D3-4ED0-934C-B11F67C1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149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vector-r3-c2">
            <a:extLst xmlns:a="http://schemas.openxmlformats.org/drawingml/2006/main">
              <a:ext uri="{FF2B5EF4-FFF2-40B4-BE49-F238E27FC236}">
                <a16:creationId xmlns:a16="http://schemas.microsoft.com/office/drawing/2014/main" id="{8493A056-668A-43CC-BD6C-69584470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8157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48</a:t>
            </a:r>
          </a:p>
        </p:txBody>
      </p:sp>
      <p:sp>
        <p:nvSpPr>
          <p:cNvPr id="27" name="vector-v3-2">
            <a:extLst xmlns:a="http://schemas.openxmlformats.org/drawingml/2006/main">
              <a:ext uri="{FF2B5EF4-FFF2-40B4-BE49-F238E27FC236}">
                <a16:creationId xmlns:a16="http://schemas.microsoft.com/office/drawing/2014/main" id="{2F6CC2E4-8BE8-4D66-B2BF-38A34065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149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vector-h3">
            <a:extLst xmlns:a="http://schemas.openxmlformats.org/drawingml/2006/main">
              <a:ext uri="{FF2B5EF4-FFF2-40B4-BE49-F238E27FC236}">
                <a16:creationId xmlns:a16="http://schemas.microsoft.com/office/drawing/2014/main" id="{2FE23F0C-D4D9-42AC-91EB-A36C9E0E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vector-code-bg">
            <a:extLst xmlns:a="http://schemas.openxmlformats.org/drawingml/2006/main">
              <a:ext uri="{FF2B5EF4-FFF2-40B4-BE49-F238E27FC236}">
                <a16:creationId xmlns:a16="http://schemas.microsoft.com/office/drawing/2014/main" id="{257760FE-2B07-4797-97AA-04EAB298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5715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30" name="vector-code-text">
            <a:extLst xmlns:a="http://schemas.openxmlformats.org/drawingml/2006/main">
              <a:ext uri="{FF2B5EF4-FFF2-40B4-BE49-F238E27FC236}">
                <a16:creationId xmlns:a16="http://schemas.microsoft.com/office/drawing/2014/main" id="{A907D7E8-F34E-48FA-9369-90040B91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019800"/>
            <a:ext cx="523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jumlah * harga_produk</a:t>
            </a:r>
          </a:p>
        </p:txBody>
      </p:sp>
    </p:spTree>
    <p:extLst>
      <p:ext uri="{BB962C8B-B14F-4D97-AF65-F5344CB8AC3E}">
        <p14:creationId xmlns:p14="http://schemas.microsoft.com/office/powerpoint/2010/main" val="3589663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83FB67-627F-4E04-9F92-F37FD9B6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Broadcasting per kolom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B6406CB-72F1-450C-9776-0E9289F4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Shape (3,) cocok dengan (4, 3) karena nilainya mengikuti tiga kolom.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9FE8506-5EB3-4DAE-85CD-38D9E002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column-factors">
            <a:extLst xmlns:a="http://schemas.openxmlformats.org/drawingml/2006/main">
              <a:ext uri="{FF2B5EF4-FFF2-40B4-BE49-F238E27FC236}">
                <a16:creationId xmlns:a16="http://schemas.microsoft.com/office/drawing/2014/main" id="{159D34B4-F4EA-418B-AFB9-A8ED440D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500" b="0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Faktor kolom:  1.00   1.04   1.08</a:t>
            </a:r>
          </a:p>
        </p:txBody>
      </p:sp>
      <p:sp>
        <p:nvSpPr>
          <p:cNvPr id="5" name="broadcast-col-0-0">
            <a:extLst xmlns:a="http://schemas.openxmlformats.org/drawingml/2006/main">
              <a:ext uri="{FF2B5EF4-FFF2-40B4-BE49-F238E27FC236}">
                <a16:creationId xmlns:a16="http://schemas.microsoft.com/office/drawing/2014/main" id="{A4C14AC5-E593-40FB-8FEF-8B8615A8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6" name="broadcast-col-v-0-0">
            <a:extLst xmlns:a="http://schemas.openxmlformats.org/drawingml/2006/main">
              <a:ext uri="{FF2B5EF4-FFF2-40B4-BE49-F238E27FC236}">
                <a16:creationId xmlns:a16="http://schemas.microsoft.com/office/drawing/2014/main" id="{93259432-BF24-409C-8CEE-4F501E4A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100</a:t>
            </a:r>
          </a:p>
        </p:txBody>
      </p:sp>
      <p:sp>
        <p:nvSpPr>
          <p:cNvPr id="7" name="broadcast-col-0-1">
            <a:extLst xmlns:a="http://schemas.openxmlformats.org/drawingml/2006/main">
              <a:ext uri="{FF2B5EF4-FFF2-40B4-BE49-F238E27FC236}">
                <a16:creationId xmlns:a16="http://schemas.microsoft.com/office/drawing/2014/main" id="{1B2CE964-4772-40F9-8A93-DF6B69F0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527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8" name="broadcast-col-v-0-1">
            <a:extLst xmlns:a="http://schemas.openxmlformats.org/drawingml/2006/main">
              <a:ext uri="{FF2B5EF4-FFF2-40B4-BE49-F238E27FC236}">
                <a16:creationId xmlns:a16="http://schemas.microsoft.com/office/drawing/2014/main" id="{CC8EF995-5A60-475D-B909-EFC5F7A6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384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110</a:t>
            </a:r>
          </a:p>
        </p:txBody>
      </p:sp>
      <p:sp>
        <p:nvSpPr>
          <p:cNvPr id="9" name="broadcast-col-0-2">
            <a:extLst xmlns:a="http://schemas.openxmlformats.org/drawingml/2006/main">
              <a:ext uri="{FF2B5EF4-FFF2-40B4-BE49-F238E27FC236}">
                <a16:creationId xmlns:a16="http://schemas.microsoft.com/office/drawing/2014/main" id="{AC50333B-800F-4096-9D8B-93E299B0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0" name="broadcast-col-v-0-2">
            <a:extLst xmlns:a="http://schemas.openxmlformats.org/drawingml/2006/main">
              <a:ext uri="{FF2B5EF4-FFF2-40B4-BE49-F238E27FC236}">
                <a16:creationId xmlns:a16="http://schemas.microsoft.com/office/drawing/2014/main" id="{7027B915-6256-4D69-B6B8-44B336F6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384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120</a:t>
            </a:r>
          </a:p>
        </p:txBody>
      </p:sp>
      <p:sp>
        <p:nvSpPr>
          <p:cNvPr id="11" name="broadcast-col-1-0">
            <a:extLst xmlns:a="http://schemas.openxmlformats.org/drawingml/2006/main">
              <a:ext uri="{FF2B5EF4-FFF2-40B4-BE49-F238E27FC236}">
                <a16:creationId xmlns:a16="http://schemas.microsoft.com/office/drawing/2014/main" id="{DD4FAB59-1887-4509-BD7E-33344AF5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43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2" name="broadcast-col-v-1-0">
            <a:extLst xmlns:a="http://schemas.openxmlformats.org/drawingml/2006/main">
              <a:ext uri="{FF2B5EF4-FFF2-40B4-BE49-F238E27FC236}">
                <a16:creationId xmlns:a16="http://schemas.microsoft.com/office/drawing/2014/main" id="{A3875863-D57C-4639-A39B-702433B5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290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90</a:t>
            </a:r>
          </a:p>
        </p:txBody>
      </p:sp>
      <p:sp>
        <p:nvSpPr>
          <p:cNvPr id="13" name="broadcast-col-1-1">
            <a:extLst xmlns:a="http://schemas.openxmlformats.org/drawingml/2006/main">
              <a:ext uri="{FF2B5EF4-FFF2-40B4-BE49-F238E27FC236}">
                <a16:creationId xmlns:a16="http://schemas.microsoft.com/office/drawing/2014/main" id="{00ADF2A8-2FFA-433B-92BA-3D2C7965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43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4" name="broadcast-col-v-1-1">
            <a:extLst xmlns:a="http://schemas.openxmlformats.org/drawingml/2006/main">
              <a:ext uri="{FF2B5EF4-FFF2-40B4-BE49-F238E27FC236}">
                <a16:creationId xmlns:a16="http://schemas.microsoft.com/office/drawing/2014/main" id="{B33AC652-9D4A-432C-85FD-46E656A0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290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105</a:t>
            </a:r>
          </a:p>
        </p:txBody>
      </p:sp>
      <p:sp>
        <p:nvSpPr>
          <p:cNvPr id="15" name="broadcast-col-1-2">
            <a:extLst xmlns:a="http://schemas.openxmlformats.org/drawingml/2006/main">
              <a:ext uri="{FF2B5EF4-FFF2-40B4-BE49-F238E27FC236}">
                <a16:creationId xmlns:a16="http://schemas.microsoft.com/office/drawing/2014/main" id="{D66D6696-0009-45BD-805F-1765BE2C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43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6" name="broadcast-col-v-1-2">
            <a:extLst xmlns:a="http://schemas.openxmlformats.org/drawingml/2006/main">
              <a:ext uri="{FF2B5EF4-FFF2-40B4-BE49-F238E27FC236}">
                <a16:creationId xmlns:a16="http://schemas.microsoft.com/office/drawing/2014/main" id="{044D351F-52AF-4E88-AF7F-B866D7A2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290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125</a:t>
            </a:r>
          </a:p>
        </p:txBody>
      </p:sp>
      <p:sp>
        <p:nvSpPr>
          <p:cNvPr id="17" name="broadcast-col-2-0">
            <a:extLst xmlns:a="http://schemas.openxmlformats.org/drawingml/2006/main">
              <a:ext uri="{FF2B5EF4-FFF2-40B4-BE49-F238E27FC236}">
                <a16:creationId xmlns:a16="http://schemas.microsoft.com/office/drawing/2014/main" id="{AA84A86E-3D90-4345-935E-98638A04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338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8" name="broadcast-col-v-2-0">
            <a:extLst xmlns:a="http://schemas.openxmlformats.org/drawingml/2006/main">
              <a:ext uri="{FF2B5EF4-FFF2-40B4-BE49-F238E27FC236}">
                <a16:creationId xmlns:a16="http://schemas.microsoft.com/office/drawing/2014/main" id="{E5A34A14-5C83-4B1D-A9D2-4D875EC4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9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120</a:t>
            </a:r>
          </a:p>
        </p:txBody>
      </p:sp>
      <p:sp>
        <p:nvSpPr>
          <p:cNvPr id="19" name="broadcast-col-2-1">
            <a:extLst xmlns:a="http://schemas.openxmlformats.org/drawingml/2006/main">
              <a:ext uri="{FF2B5EF4-FFF2-40B4-BE49-F238E27FC236}">
                <a16:creationId xmlns:a16="http://schemas.microsoft.com/office/drawing/2014/main" id="{04318C61-9CD2-406B-954C-749BF140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338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0" name="broadcast-col-v-2-1">
            <a:extLst xmlns:a="http://schemas.openxmlformats.org/drawingml/2006/main">
              <a:ext uri="{FF2B5EF4-FFF2-40B4-BE49-F238E27FC236}">
                <a16:creationId xmlns:a16="http://schemas.microsoft.com/office/drawing/2014/main" id="{A9422095-49F6-4A45-91FD-2F6AD575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19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115</a:t>
            </a:r>
          </a:p>
        </p:txBody>
      </p:sp>
      <p:sp>
        <p:nvSpPr>
          <p:cNvPr id="21" name="broadcast-col-2-2">
            <a:extLst xmlns:a="http://schemas.openxmlformats.org/drawingml/2006/main">
              <a:ext uri="{FF2B5EF4-FFF2-40B4-BE49-F238E27FC236}">
                <a16:creationId xmlns:a16="http://schemas.microsoft.com/office/drawing/2014/main" id="{E5CD4D1D-DDBC-4430-B307-DAB5CB50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3385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2" name="broadcast-col-v-2-2">
            <a:extLst xmlns:a="http://schemas.openxmlformats.org/drawingml/2006/main">
              <a:ext uri="{FF2B5EF4-FFF2-40B4-BE49-F238E27FC236}">
                <a16:creationId xmlns:a16="http://schemas.microsoft.com/office/drawing/2014/main" id="{5BBBE980-7A19-4D1E-A1FF-0A89B2BF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19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130</a:t>
            </a:r>
          </a:p>
        </p:txBody>
      </p:sp>
      <p:sp>
        <p:nvSpPr>
          <p:cNvPr id="23" name="broadcast-col-3-0">
            <a:extLst xmlns:a="http://schemas.openxmlformats.org/drawingml/2006/main">
              <a:ext uri="{FF2B5EF4-FFF2-40B4-BE49-F238E27FC236}">
                <a16:creationId xmlns:a16="http://schemas.microsoft.com/office/drawing/2014/main" id="{62E1707A-4932-43DD-BD3D-607486B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244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4" name="broadcast-col-v-3-0">
            <a:extLst xmlns:a="http://schemas.openxmlformats.org/drawingml/2006/main">
              <a:ext uri="{FF2B5EF4-FFF2-40B4-BE49-F238E27FC236}">
                <a16:creationId xmlns:a16="http://schemas.microsoft.com/office/drawing/2014/main" id="{998F42D1-B51E-41CA-9F91-51BE49D5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01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80</a:t>
            </a:r>
          </a:p>
        </p:txBody>
      </p:sp>
      <p:sp>
        <p:nvSpPr>
          <p:cNvPr id="25" name="broadcast-col-3-1">
            <a:extLst xmlns:a="http://schemas.openxmlformats.org/drawingml/2006/main">
              <a:ext uri="{FF2B5EF4-FFF2-40B4-BE49-F238E27FC236}">
                <a16:creationId xmlns:a16="http://schemas.microsoft.com/office/drawing/2014/main" id="{87BD9EA8-BC52-4FB8-A523-85739AF9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244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26" name="broadcast-col-v-3-1">
            <a:extLst xmlns:a="http://schemas.openxmlformats.org/drawingml/2006/main">
              <a:ext uri="{FF2B5EF4-FFF2-40B4-BE49-F238E27FC236}">
                <a16:creationId xmlns:a16="http://schemas.microsoft.com/office/drawing/2014/main" id="{60490890-97E2-41F7-9808-1C9A72AF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01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100</a:t>
            </a:r>
          </a:p>
        </p:txBody>
      </p:sp>
      <p:sp>
        <p:nvSpPr>
          <p:cNvPr id="27" name="broadcast-col-3-2">
            <a:extLst xmlns:a="http://schemas.openxmlformats.org/drawingml/2006/main">
              <a:ext uri="{FF2B5EF4-FFF2-40B4-BE49-F238E27FC236}">
                <a16:creationId xmlns:a16="http://schemas.microsoft.com/office/drawing/2014/main" id="{63B24284-DE26-48F8-93CD-6CE0538C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244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8" name="broadcast-col-v-3-2">
            <a:extLst xmlns:a="http://schemas.openxmlformats.org/drawingml/2006/main">
              <a:ext uri="{FF2B5EF4-FFF2-40B4-BE49-F238E27FC236}">
                <a16:creationId xmlns:a16="http://schemas.microsoft.com/office/drawing/2014/main" id="{5970701D-EB7D-4407-9508-2394356C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101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110</a:t>
            </a:r>
          </a:p>
        </p:txBody>
      </p:sp>
      <p:sp>
        <p:nvSpPr>
          <p:cNvPr id="29" name="broadcast-column-code-bg">
            <a:extLst xmlns:a="http://schemas.openxmlformats.org/drawingml/2006/main">
              <a:ext uri="{FF2B5EF4-FFF2-40B4-BE49-F238E27FC236}">
                <a16:creationId xmlns:a16="http://schemas.microsoft.com/office/drawing/2014/main" id="{A7543667-2404-410B-BB5E-5AFCB9B9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43275"/>
            <a:ext cx="333375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30" name="broadcast-column-code-text">
            <a:extLst xmlns:a="http://schemas.openxmlformats.org/drawingml/2006/main">
              <a:ext uri="{FF2B5EF4-FFF2-40B4-BE49-F238E27FC236}">
                <a16:creationId xmlns:a16="http://schemas.microsoft.com/office/drawing/2014/main" id="{D53F0DDB-245B-4F34-A900-254977C6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52825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sales.shape      # (4, 3)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faktor.shape     # (3,)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hasil.shape      # (4, 3)</a:t>
            </a:r>
          </a:p>
        </p:txBody>
      </p:sp>
      <p:sp>
        <p:nvSpPr>
          <p:cNvPr id="31" name="broadcast-rules">
            <a:extLst xmlns:a="http://schemas.openxmlformats.org/drawingml/2006/main">
              <a:ext uri="{FF2B5EF4-FFF2-40B4-BE49-F238E27FC236}">
                <a16:creationId xmlns:a16="http://schemas.microsoft.com/office/drawing/2014/main" id="{50A5E827-1CC1-4290-83B0-86F3BEB7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340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Dari kanan ke kiri, ukuran dimensi harus sama atau salah satunya 1.</a:t>
            </a:r>
          </a:p>
        </p:txBody>
      </p:sp>
    </p:spTree>
    <p:extLst>
      <p:ext uri="{BB962C8B-B14F-4D97-AF65-F5344CB8AC3E}">
        <p14:creationId xmlns:p14="http://schemas.microsoft.com/office/powerpoint/2010/main" val="54690662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708E37-D4A5-4B27-8922-48275677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Broadcasting per baris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42F3A54-A923-401D-8D8B-C9CD755B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Bentuk (4, 1) memasangkan satu faktor dengan setiap baris.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42BC72B-13F2-4BCC-AB25-3E542A4C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row-factor-0">
            <a:extLst xmlns:a="http://schemas.openxmlformats.org/drawingml/2006/main">
              <a:ext uri="{FF2B5EF4-FFF2-40B4-BE49-F238E27FC236}">
                <a16:creationId xmlns:a16="http://schemas.microsoft.com/office/drawing/2014/main" id="{9CFB76F8-C4F4-4BD5-8512-C3DF3D6D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81300"/>
            <a:ext cx="1619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row-factor-value-0">
            <a:extLst xmlns:a="http://schemas.openxmlformats.org/drawingml/2006/main">
              <a:ext uri="{FF2B5EF4-FFF2-40B4-BE49-F238E27FC236}">
                <a16:creationId xmlns:a16="http://schemas.microsoft.com/office/drawing/2014/main" id="{67D4380A-24C7-4BCA-9442-955F6431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0.95</a:t>
            </a:r>
          </a:p>
        </p:txBody>
      </p:sp>
      <p:sp>
        <p:nvSpPr>
          <p:cNvPr id="6" name="row-factor-cell-0-0">
            <a:extLst xmlns:a="http://schemas.openxmlformats.org/drawingml/2006/main">
              <a:ext uri="{FF2B5EF4-FFF2-40B4-BE49-F238E27FC236}">
                <a16:creationId xmlns:a16="http://schemas.microsoft.com/office/drawing/2014/main" id="{7EE93C9A-53D1-4C25-8586-DBA0B9F0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7" name="row-factor-t-0-0">
            <a:extLst xmlns:a="http://schemas.openxmlformats.org/drawingml/2006/main">
              <a:ext uri="{FF2B5EF4-FFF2-40B4-BE49-F238E27FC236}">
                <a16:creationId xmlns:a16="http://schemas.microsoft.com/office/drawing/2014/main" id="{FA2BBC6B-E925-4F4F-97AD-32E9519B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956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data[0, 0]</a:t>
            </a:r>
          </a:p>
        </p:txBody>
      </p:sp>
      <p:sp>
        <p:nvSpPr>
          <p:cNvPr id="8" name="row-factor-cell-0-1">
            <a:extLst xmlns:a="http://schemas.openxmlformats.org/drawingml/2006/main">
              <a:ext uri="{FF2B5EF4-FFF2-40B4-BE49-F238E27FC236}">
                <a16:creationId xmlns:a16="http://schemas.microsoft.com/office/drawing/2014/main" id="{7E833BCA-0033-4631-8BD2-B47C37BE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9" name="row-factor-t-0-1">
            <a:extLst xmlns:a="http://schemas.openxmlformats.org/drawingml/2006/main">
              <a:ext uri="{FF2B5EF4-FFF2-40B4-BE49-F238E27FC236}">
                <a16:creationId xmlns:a16="http://schemas.microsoft.com/office/drawing/2014/main" id="{3A244D38-72F0-45C0-B9DB-F1051C31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data[0, 1]</a:t>
            </a:r>
          </a:p>
        </p:txBody>
      </p:sp>
      <p:sp>
        <p:nvSpPr>
          <p:cNvPr id="10" name="row-factor-cell-0-2">
            <a:extLst xmlns:a="http://schemas.openxmlformats.org/drawingml/2006/main">
              <a:ext uri="{FF2B5EF4-FFF2-40B4-BE49-F238E27FC236}">
                <a16:creationId xmlns:a16="http://schemas.microsoft.com/office/drawing/2014/main" id="{8B664E7A-137E-4A43-A807-DCD59852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81300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1" name="row-factor-t-0-2">
            <a:extLst xmlns:a="http://schemas.openxmlformats.org/drawingml/2006/main">
              <a:ext uri="{FF2B5EF4-FFF2-40B4-BE49-F238E27FC236}">
                <a16:creationId xmlns:a16="http://schemas.microsoft.com/office/drawing/2014/main" id="{CA67DF24-1A33-4C7A-99BF-F71C6DDD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956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data[0, 2]</a:t>
            </a:r>
          </a:p>
        </p:txBody>
      </p:sp>
      <p:sp>
        <p:nvSpPr>
          <p:cNvPr id="12" name="row-factor-1">
            <a:extLst xmlns:a="http://schemas.openxmlformats.org/drawingml/2006/main">
              <a:ext uri="{FF2B5EF4-FFF2-40B4-BE49-F238E27FC236}">
                <a16:creationId xmlns:a16="http://schemas.microsoft.com/office/drawing/2014/main" id="{C4FE968F-5586-4095-B61E-9756DFAF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76625"/>
            <a:ext cx="1619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3" name="row-factor-value-1">
            <a:extLst xmlns:a="http://schemas.openxmlformats.org/drawingml/2006/main">
              <a:ext uri="{FF2B5EF4-FFF2-40B4-BE49-F238E27FC236}">
                <a16:creationId xmlns:a16="http://schemas.microsoft.com/office/drawing/2014/main" id="{60DF7A81-A841-45D7-858A-9ADD2CF9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90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1.00</a:t>
            </a:r>
          </a:p>
        </p:txBody>
      </p:sp>
      <p:sp>
        <p:nvSpPr>
          <p:cNvPr id="14" name="row-factor-cell-1-0">
            <a:extLst xmlns:a="http://schemas.openxmlformats.org/drawingml/2006/main">
              <a:ext uri="{FF2B5EF4-FFF2-40B4-BE49-F238E27FC236}">
                <a16:creationId xmlns:a16="http://schemas.microsoft.com/office/drawing/2014/main" id="{5F74B405-109E-499D-B994-F105062E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76625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5" name="row-factor-t-1-0">
            <a:extLst xmlns:a="http://schemas.openxmlformats.org/drawingml/2006/main">
              <a:ext uri="{FF2B5EF4-FFF2-40B4-BE49-F238E27FC236}">
                <a16:creationId xmlns:a16="http://schemas.microsoft.com/office/drawing/2014/main" id="{226939B5-E7E9-40BD-BA19-D3573685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909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data[1, 0]</a:t>
            </a:r>
          </a:p>
        </p:txBody>
      </p:sp>
      <p:sp>
        <p:nvSpPr>
          <p:cNvPr id="16" name="row-factor-cell-1-1">
            <a:extLst xmlns:a="http://schemas.openxmlformats.org/drawingml/2006/main">
              <a:ext uri="{FF2B5EF4-FFF2-40B4-BE49-F238E27FC236}">
                <a16:creationId xmlns:a16="http://schemas.microsoft.com/office/drawing/2014/main" id="{97F6AFC6-E54D-43AF-8C7F-45EF270E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76625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7" name="row-factor-t-1-1">
            <a:extLst xmlns:a="http://schemas.openxmlformats.org/drawingml/2006/main">
              <a:ext uri="{FF2B5EF4-FFF2-40B4-BE49-F238E27FC236}">
                <a16:creationId xmlns:a16="http://schemas.microsoft.com/office/drawing/2014/main" id="{005A3921-F60D-430D-A7E7-C1889A6C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909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data[1, 1]</a:t>
            </a:r>
          </a:p>
        </p:txBody>
      </p:sp>
      <p:sp>
        <p:nvSpPr>
          <p:cNvPr id="18" name="row-factor-cell-1-2">
            <a:extLst xmlns:a="http://schemas.openxmlformats.org/drawingml/2006/main">
              <a:ext uri="{FF2B5EF4-FFF2-40B4-BE49-F238E27FC236}">
                <a16:creationId xmlns:a16="http://schemas.microsoft.com/office/drawing/2014/main" id="{9442FB5E-78E0-488F-A858-9B4F8FE4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76625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19" name="row-factor-t-1-2">
            <a:extLst xmlns:a="http://schemas.openxmlformats.org/drawingml/2006/main">
              <a:ext uri="{FF2B5EF4-FFF2-40B4-BE49-F238E27FC236}">
                <a16:creationId xmlns:a16="http://schemas.microsoft.com/office/drawing/2014/main" id="{4833C6E1-07B5-4510-8ED9-977DD82E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data[1, 2]</a:t>
            </a:r>
          </a:p>
        </p:txBody>
      </p:sp>
      <p:sp>
        <p:nvSpPr>
          <p:cNvPr id="20" name="row-factor-2">
            <a:extLst xmlns:a="http://schemas.openxmlformats.org/drawingml/2006/main">
              <a:ext uri="{FF2B5EF4-FFF2-40B4-BE49-F238E27FC236}">
                <a16:creationId xmlns:a16="http://schemas.microsoft.com/office/drawing/2014/main" id="{11D070C8-CF6B-4529-B979-7CE9D8D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71950"/>
            <a:ext cx="1619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1" name="row-factor-value-2">
            <a:extLst xmlns:a="http://schemas.openxmlformats.org/drawingml/2006/main">
              <a:ext uri="{FF2B5EF4-FFF2-40B4-BE49-F238E27FC236}">
                <a16:creationId xmlns:a16="http://schemas.microsoft.com/office/drawing/2014/main" id="{FBE9990A-7017-4362-AC86-E9AC839E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86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1.05</a:t>
            </a:r>
          </a:p>
        </p:txBody>
      </p:sp>
      <p:sp>
        <p:nvSpPr>
          <p:cNvPr id="22" name="row-factor-cell-2-0">
            <a:extLst xmlns:a="http://schemas.openxmlformats.org/drawingml/2006/main">
              <a:ext uri="{FF2B5EF4-FFF2-40B4-BE49-F238E27FC236}">
                <a16:creationId xmlns:a16="http://schemas.microsoft.com/office/drawing/2014/main" id="{EB154F2F-303C-4541-9E5C-5A7A776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71950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3" name="row-factor-t-2-0">
            <a:extLst xmlns:a="http://schemas.openxmlformats.org/drawingml/2006/main">
              <a:ext uri="{FF2B5EF4-FFF2-40B4-BE49-F238E27FC236}">
                <a16:creationId xmlns:a16="http://schemas.microsoft.com/office/drawing/2014/main" id="{F9A4E7FC-C5DD-412F-AC7B-B8404987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8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data[2, 0]</a:t>
            </a:r>
          </a:p>
        </p:txBody>
      </p:sp>
      <p:sp>
        <p:nvSpPr>
          <p:cNvPr id="24" name="row-factor-cell-2-1">
            <a:extLst xmlns:a="http://schemas.openxmlformats.org/drawingml/2006/main">
              <a:ext uri="{FF2B5EF4-FFF2-40B4-BE49-F238E27FC236}">
                <a16:creationId xmlns:a16="http://schemas.microsoft.com/office/drawing/2014/main" id="{203F47E0-81EF-4E47-949B-BEAB8651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5" name="row-factor-t-2-1">
            <a:extLst xmlns:a="http://schemas.openxmlformats.org/drawingml/2006/main">
              <a:ext uri="{FF2B5EF4-FFF2-40B4-BE49-F238E27FC236}">
                <a16:creationId xmlns:a16="http://schemas.microsoft.com/office/drawing/2014/main" id="{CD06847D-8B0E-4734-A457-7C221726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data[2, 1]</a:t>
            </a:r>
          </a:p>
        </p:txBody>
      </p:sp>
      <p:sp>
        <p:nvSpPr>
          <p:cNvPr id="26" name="row-factor-cell-2-2">
            <a:extLst xmlns:a="http://schemas.openxmlformats.org/drawingml/2006/main">
              <a:ext uri="{FF2B5EF4-FFF2-40B4-BE49-F238E27FC236}">
                <a16:creationId xmlns:a16="http://schemas.microsoft.com/office/drawing/2014/main" id="{D6259B37-E99D-4C56-90D0-60065959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71950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7" name="row-factor-t-2-2">
            <a:extLst xmlns:a="http://schemas.openxmlformats.org/drawingml/2006/main">
              <a:ext uri="{FF2B5EF4-FFF2-40B4-BE49-F238E27FC236}">
                <a16:creationId xmlns:a16="http://schemas.microsoft.com/office/drawing/2014/main" id="{D5F10E89-C81B-4A2D-8D8A-28D7D1D4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8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data[2, 2]</a:t>
            </a:r>
          </a:p>
        </p:txBody>
      </p:sp>
      <p:sp>
        <p:nvSpPr>
          <p:cNvPr id="28" name="row-factor-3">
            <a:extLst xmlns:a="http://schemas.openxmlformats.org/drawingml/2006/main">
              <a:ext uri="{FF2B5EF4-FFF2-40B4-BE49-F238E27FC236}">
                <a16:creationId xmlns:a16="http://schemas.microsoft.com/office/drawing/2014/main" id="{92833D9F-35FC-4A70-808A-486DDD4D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67275"/>
            <a:ext cx="1619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29" name="row-factor-value-3">
            <a:extLst xmlns:a="http://schemas.openxmlformats.org/drawingml/2006/main">
              <a:ext uri="{FF2B5EF4-FFF2-40B4-BE49-F238E27FC236}">
                <a16:creationId xmlns:a16="http://schemas.microsoft.com/office/drawing/2014/main" id="{54B9B21B-D17B-4D0E-8C8A-612BD925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815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0.90</a:t>
            </a:r>
          </a:p>
        </p:txBody>
      </p:sp>
      <p:sp>
        <p:nvSpPr>
          <p:cNvPr id="30" name="row-factor-cell-3-0">
            <a:extLst xmlns:a="http://schemas.openxmlformats.org/drawingml/2006/main">
              <a:ext uri="{FF2B5EF4-FFF2-40B4-BE49-F238E27FC236}">
                <a16:creationId xmlns:a16="http://schemas.microsoft.com/office/drawing/2014/main" id="{E579DA5F-EDC8-49B4-9C36-FC30A065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67275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1" name="row-factor-t-3-0">
            <a:extLst xmlns:a="http://schemas.openxmlformats.org/drawingml/2006/main">
              <a:ext uri="{FF2B5EF4-FFF2-40B4-BE49-F238E27FC236}">
                <a16:creationId xmlns:a16="http://schemas.microsoft.com/office/drawing/2014/main" id="{557DB14F-900A-427C-B564-006A11A3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81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data[3, 0]</a:t>
            </a:r>
          </a:p>
        </p:txBody>
      </p:sp>
      <p:sp>
        <p:nvSpPr>
          <p:cNvPr id="32" name="row-factor-cell-3-1">
            <a:extLst xmlns:a="http://schemas.openxmlformats.org/drawingml/2006/main">
              <a:ext uri="{FF2B5EF4-FFF2-40B4-BE49-F238E27FC236}">
                <a16:creationId xmlns:a16="http://schemas.microsoft.com/office/drawing/2014/main" id="{15DBB7A4-F36C-4247-8184-69215444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67275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3" name="row-factor-t-3-1">
            <a:extLst xmlns:a="http://schemas.openxmlformats.org/drawingml/2006/main">
              <a:ext uri="{FF2B5EF4-FFF2-40B4-BE49-F238E27FC236}">
                <a16:creationId xmlns:a16="http://schemas.microsoft.com/office/drawing/2014/main" id="{DBD917D4-9001-4127-90D1-093631CC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81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data[3, 1]</a:t>
            </a:r>
          </a:p>
        </p:txBody>
      </p:sp>
      <p:sp>
        <p:nvSpPr>
          <p:cNvPr id="34" name="row-factor-cell-3-2">
            <a:extLst xmlns:a="http://schemas.openxmlformats.org/drawingml/2006/main">
              <a:ext uri="{FF2B5EF4-FFF2-40B4-BE49-F238E27FC236}">
                <a16:creationId xmlns:a16="http://schemas.microsoft.com/office/drawing/2014/main" id="{EB1328CE-D633-4361-B57C-91235568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67275"/>
            <a:ext cx="1238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35" name="row-factor-t-3-2">
            <a:extLst xmlns:a="http://schemas.openxmlformats.org/drawingml/2006/main">
              <a:ext uri="{FF2B5EF4-FFF2-40B4-BE49-F238E27FC236}">
                <a16:creationId xmlns:a16="http://schemas.microsoft.com/office/drawing/2014/main" id="{7B3A42BB-6F5E-493A-8B4B-0D446AA6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81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data[3, 2]</a:t>
            </a:r>
          </a:p>
        </p:txBody>
      </p:sp>
      <p:sp>
        <p:nvSpPr>
          <p:cNvPr id="36" name="row-label-factor">
            <a:extLst xmlns:a="http://schemas.openxmlformats.org/drawingml/2006/main">
              <a:ext uri="{FF2B5EF4-FFF2-40B4-BE49-F238E27FC236}">
                <a16:creationId xmlns:a16="http://schemas.microsoft.com/office/drawing/2014/main" id="{72AB2846-4752-454A-949F-6019DE42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satu faktor tiap baris</a:t>
            </a:r>
          </a:p>
        </p:txBody>
      </p:sp>
      <p:sp>
        <p:nvSpPr>
          <p:cNvPr id="37" name="row-factor-code-bg">
            <a:extLst xmlns:a="http://schemas.openxmlformats.org/drawingml/2006/main">
              <a:ext uri="{FF2B5EF4-FFF2-40B4-BE49-F238E27FC236}">
                <a16:creationId xmlns:a16="http://schemas.microsoft.com/office/drawing/2014/main" id="{C0709935-B42C-4B9B-B4F4-D78594CA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2857500" cy="2190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38" name="row-factor-code-text">
            <a:extLst xmlns:a="http://schemas.openxmlformats.org/drawingml/2006/main">
              <a:ext uri="{FF2B5EF4-FFF2-40B4-BE49-F238E27FC236}">
                <a16:creationId xmlns:a16="http://schemas.microsoft.com/office/drawing/2014/main" id="{6A267BD9-4E6B-4AF4-8F39-DEFC2866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71800"/>
            <a:ext cx="2381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faktor = np.array(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[0.95, 1.00,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1.05, 0.90]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).reshape(4, 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(4, 3) * (4, 1)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= (4, 3)</a:t>
            </a:r>
          </a:p>
        </p:txBody>
      </p:sp>
      <p:sp>
        <p:nvSpPr>
          <p:cNvPr id="39" name="row-incompatible">
            <a:extLst xmlns:a="http://schemas.openxmlformats.org/drawingml/2006/main">
              <a:ext uri="{FF2B5EF4-FFF2-40B4-BE49-F238E27FC236}">
                <a16:creationId xmlns:a16="http://schemas.microsoft.com/office/drawing/2014/main" id="{7A368D36-EC31-46A9-9939-CA2DC420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9120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6B6B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>
                <a:solidFill>
                  <a:srgbClr val="E96B6B"/>
                </a:solidFill>
                <a:latin typeface="SF Pro Text"/>
                <a:ea typeface="SF Pro Text"/>
                <a:cs typeface="SF Pro Text"/>
              </a:rPr>
              <a:t>(4,) tidak cocok dengan (4, 3), karena 4 dibandingkan dengan 3.</a:t>
            </a:r>
          </a:p>
        </p:txBody>
      </p:sp>
    </p:spTree>
    <p:extLst>
      <p:ext uri="{BB962C8B-B14F-4D97-AF65-F5344CB8AC3E}">
        <p14:creationId xmlns:p14="http://schemas.microsoft.com/office/powerpoint/2010/main" val="126141179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6104A0-6D1B-4C37-BAE0-BAED6998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Boolean mask dan np.where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1A8094D-D7B0-4596-A9B5-D0DA2DCA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Kondisi menghasilkan mask True/False yang dapat memilih atau memberi label data.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6588312-2310-4F1E-9687-300193E7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mask-head-bg">
            <a:extLst xmlns:a="http://schemas.openxmlformats.org/drawingml/2006/main">
              <a:ext uri="{FF2B5EF4-FFF2-40B4-BE49-F238E27FC236}">
                <a16:creationId xmlns:a16="http://schemas.microsoft.com/office/drawing/2014/main" id="{8436BE81-BF13-4ADA-9FC3-7C237783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5250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mask-r0-c0">
            <a:extLst xmlns:a="http://schemas.openxmlformats.org/drawingml/2006/main">
              <a:ext uri="{FF2B5EF4-FFF2-40B4-BE49-F238E27FC236}">
                <a16:creationId xmlns:a16="http://schemas.microsoft.com/office/drawing/2014/main" id="{948AF359-64DE-41F3-8FAE-98961E14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5272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Siswa</a:t>
            </a:r>
          </a:p>
        </p:txBody>
      </p:sp>
      <p:sp>
        <p:nvSpPr>
          <p:cNvPr id="6" name="mask-r0-c1">
            <a:extLst xmlns:a="http://schemas.openxmlformats.org/drawingml/2006/main">
              <a:ext uri="{FF2B5EF4-FFF2-40B4-BE49-F238E27FC236}">
                <a16:creationId xmlns:a16="http://schemas.microsoft.com/office/drawing/2014/main" id="{7FD51672-70B9-4D94-B069-EF633F6A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272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Nilai</a:t>
            </a:r>
          </a:p>
        </p:txBody>
      </p:sp>
      <p:sp>
        <p:nvSpPr>
          <p:cNvPr id="7" name="mask-v0-1">
            <a:extLst xmlns:a="http://schemas.openxmlformats.org/drawingml/2006/main">
              <a:ext uri="{FF2B5EF4-FFF2-40B4-BE49-F238E27FC236}">
                <a16:creationId xmlns:a16="http://schemas.microsoft.com/office/drawing/2014/main" id="{06A66E1F-3330-41A7-A911-48F248DB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860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mask-r0-c2">
            <a:extLst xmlns:a="http://schemas.openxmlformats.org/drawingml/2006/main">
              <a:ext uri="{FF2B5EF4-FFF2-40B4-BE49-F238E27FC236}">
                <a16:creationId xmlns:a16="http://schemas.microsoft.com/office/drawing/2014/main" id="{BD9BAB3D-5C28-4CA4-A0D9-A752CF3C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527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Nilai &gt;= 80</a:t>
            </a:r>
          </a:p>
        </p:txBody>
      </p:sp>
      <p:sp>
        <p:nvSpPr>
          <p:cNvPr id="9" name="mask-v0-2">
            <a:extLst xmlns:a="http://schemas.openxmlformats.org/drawingml/2006/main">
              <a:ext uri="{FF2B5EF4-FFF2-40B4-BE49-F238E27FC236}">
                <a16:creationId xmlns:a16="http://schemas.microsoft.com/office/drawing/2014/main" id="{AD36E6A6-B72D-4E8C-8A17-BF5143CD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860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mask-r0-c3">
            <a:extLst xmlns:a="http://schemas.openxmlformats.org/drawingml/2006/main">
              <a:ext uri="{FF2B5EF4-FFF2-40B4-BE49-F238E27FC236}">
                <a16:creationId xmlns:a16="http://schemas.microsoft.com/office/drawing/2014/main" id="{C592C67A-99A3-4897-B458-BE7E26BA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5272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np.where(...)</a:t>
            </a:r>
          </a:p>
        </p:txBody>
      </p:sp>
      <p:sp>
        <p:nvSpPr>
          <p:cNvPr id="11" name="mask-v0-3">
            <a:extLst xmlns:a="http://schemas.openxmlformats.org/drawingml/2006/main">
              <a:ext uri="{FF2B5EF4-FFF2-40B4-BE49-F238E27FC236}">
                <a16:creationId xmlns:a16="http://schemas.microsoft.com/office/drawing/2014/main" id="{EFB2130D-ECA5-4185-95BA-E13030F9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860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2" name="mask-r1-c0">
            <a:extLst xmlns:a="http://schemas.openxmlformats.org/drawingml/2006/main">
              <a:ext uri="{FF2B5EF4-FFF2-40B4-BE49-F238E27FC236}">
                <a16:creationId xmlns:a16="http://schemas.microsoft.com/office/drawing/2014/main" id="{A2BA4001-EF97-42CA-AAF9-31EC8916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051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Rani</a:t>
            </a:r>
          </a:p>
        </p:txBody>
      </p:sp>
      <p:sp>
        <p:nvSpPr>
          <p:cNvPr id="13" name="mask-r1-c1">
            <a:extLst xmlns:a="http://schemas.openxmlformats.org/drawingml/2006/main">
              <a:ext uri="{FF2B5EF4-FFF2-40B4-BE49-F238E27FC236}">
                <a16:creationId xmlns:a16="http://schemas.microsoft.com/office/drawing/2014/main" id="{5B0A12DF-E5D9-4B7E-A6DE-40BB0701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70</a:t>
            </a:r>
          </a:p>
        </p:txBody>
      </p:sp>
      <p:sp>
        <p:nvSpPr>
          <p:cNvPr id="14" name="mask-v1-1">
            <a:extLst xmlns:a="http://schemas.openxmlformats.org/drawingml/2006/main">
              <a:ext uri="{FF2B5EF4-FFF2-40B4-BE49-F238E27FC236}">
                <a16:creationId xmlns:a16="http://schemas.microsoft.com/office/drawing/2014/main" id="{F62113F2-1A2D-4292-A7CD-2BBAC33B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mask-r1-c2">
            <a:extLst xmlns:a="http://schemas.openxmlformats.org/drawingml/2006/main">
              <a:ext uri="{FF2B5EF4-FFF2-40B4-BE49-F238E27FC236}">
                <a16:creationId xmlns:a16="http://schemas.microsoft.com/office/drawing/2014/main" id="{91DB6894-32E1-4B43-A4BF-B29A78B0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0517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16" name="mask-v1-2">
            <a:extLst xmlns:a="http://schemas.openxmlformats.org/drawingml/2006/main">
              <a:ext uri="{FF2B5EF4-FFF2-40B4-BE49-F238E27FC236}">
                <a16:creationId xmlns:a16="http://schemas.microsoft.com/office/drawing/2014/main" id="{2AF2CE13-3BD5-4BDC-BEDA-4E3A7DD0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385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mask-r1-c3">
            <a:extLst xmlns:a="http://schemas.openxmlformats.org/drawingml/2006/main">
              <a:ext uri="{FF2B5EF4-FFF2-40B4-BE49-F238E27FC236}">
                <a16:creationId xmlns:a16="http://schemas.microsoft.com/office/drawing/2014/main" id="{24D9FDC0-1361-412E-86C8-630496BF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051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Belum lulus</a:t>
            </a:r>
          </a:p>
        </p:txBody>
      </p:sp>
      <p:sp>
        <p:nvSpPr>
          <p:cNvPr id="18" name="mask-v1-3">
            <a:extLst xmlns:a="http://schemas.openxmlformats.org/drawingml/2006/main">
              <a:ext uri="{FF2B5EF4-FFF2-40B4-BE49-F238E27FC236}">
                <a16:creationId xmlns:a16="http://schemas.microsoft.com/office/drawing/2014/main" id="{04DA96E1-46AF-4A9E-9974-A16E4F50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385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9" name="mask-h1">
            <a:extLst xmlns:a="http://schemas.openxmlformats.org/drawingml/2006/main">
              <a:ext uri="{FF2B5EF4-FFF2-40B4-BE49-F238E27FC236}">
                <a16:creationId xmlns:a16="http://schemas.microsoft.com/office/drawing/2014/main" id="{031967A3-B4F0-4133-9038-4D7DB2A9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004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mask-band-2">
            <a:extLst xmlns:a="http://schemas.openxmlformats.org/drawingml/2006/main">
              <a:ext uri="{FF2B5EF4-FFF2-40B4-BE49-F238E27FC236}">
                <a16:creationId xmlns:a16="http://schemas.microsoft.com/office/drawing/2014/main" id="{588237EA-E275-47EC-A731-E42695EC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528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ask-r2-c0">
            <a:extLst xmlns:a="http://schemas.openxmlformats.org/drawingml/2006/main">
              <a:ext uri="{FF2B5EF4-FFF2-40B4-BE49-F238E27FC236}">
                <a16:creationId xmlns:a16="http://schemas.microsoft.com/office/drawing/2014/main" id="{B4061542-EABE-4AFC-9944-A817A067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Dimas</a:t>
            </a:r>
          </a:p>
        </p:txBody>
      </p:sp>
      <p:sp>
        <p:nvSpPr>
          <p:cNvPr id="22" name="mask-r2-c1">
            <a:extLst xmlns:a="http://schemas.openxmlformats.org/drawingml/2006/main">
              <a:ext uri="{FF2B5EF4-FFF2-40B4-BE49-F238E27FC236}">
                <a16:creationId xmlns:a16="http://schemas.microsoft.com/office/drawing/2014/main" id="{51C8DEF1-F06B-409F-AB69-3D28DF6A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5762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85</a:t>
            </a:r>
          </a:p>
        </p:txBody>
      </p:sp>
      <p:sp>
        <p:nvSpPr>
          <p:cNvPr id="23" name="mask-v2-1">
            <a:extLst xmlns:a="http://schemas.openxmlformats.org/drawingml/2006/main">
              <a:ext uri="{FF2B5EF4-FFF2-40B4-BE49-F238E27FC236}">
                <a16:creationId xmlns:a16="http://schemas.microsoft.com/office/drawing/2014/main" id="{7F469C9A-73F7-4616-B0A4-D5F5ED4E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909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mask-r2-c2">
            <a:extLst xmlns:a="http://schemas.openxmlformats.org/drawingml/2006/main">
              <a:ext uri="{FF2B5EF4-FFF2-40B4-BE49-F238E27FC236}">
                <a16:creationId xmlns:a16="http://schemas.microsoft.com/office/drawing/2014/main" id="{7FEC81FE-BD94-4518-915B-820A87E2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576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25" name="mask-v2-2">
            <a:extLst xmlns:a="http://schemas.openxmlformats.org/drawingml/2006/main">
              <a:ext uri="{FF2B5EF4-FFF2-40B4-BE49-F238E27FC236}">
                <a16:creationId xmlns:a16="http://schemas.microsoft.com/office/drawing/2014/main" id="{28FCDAD2-CF8D-4BDD-A0E5-BB61FC1D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7909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mask-r2-c3">
            <a:extLst xmlns:a="http://schemas.openxmlformats.org/drawingml/2006/main">
              <a:ext uri="{FF2B5EF4-FFF2-40B4-BE49-F238E27FC236}">
                <a16:creationId xmlns:a16="http://schemas.microsoft.com/office/drawing/2014/main" id="{6E7308F3-A1F6-445D-8DE2-BB194B94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Lulus</a:t>
            </a:r>
          </a:p>
        </p:txBody>
      </p:sp>
      <p:sp>
        <p:nvSpPr>
          <p:cNvPr id="27" name="mask-v2-3">
            <a:extLst xmlns:a="http://schemas.openxmlformats.org/drawingml/2006/main">
              <a:ext uri="{FF2B5EF4-FFF2-40B4-BE49-F238E27FC236}">
                <a16:creationId xmlns:a16="http://schemas.microsoft.com/office/drawing/2014/main" id="{4CCBBD9E-4EF8-441B-992D-0A52C609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909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mask-h2">
            <a:extLst xmlns:a="http://schemas.openxmlformats.org/drawingml/2006/main">
              <a:ext uri="{FF2B5EF4-FFF2-40B4-BE49-F238E27FC236}">
                <a16:creationId xmlns:a16="http://schemas.microsoft.com/office/drawing/2014/main" id="{40DD5BCA-6021-493F-8A4A-61355733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528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mask-r3-c0">
            <a:extLst xmlns:a="http://schemas.openxmlformats.org/drawingml/2006/main">
              <a:ext uri="{FF2B5EF4-FFF2-40B4-BE49-F238E27FC236}">
                <a16:creationId xmlns:a16="http://schemas.microsoft.com/office/drawing/2014/main" id="{8AFD2A22-9560-4C13-9E81-91852164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100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Salsa</a:t>
            </a:r>
          </a:p>
        </p:txBody>
      </p:sp>
      <p:sp>
        <p:nvSpPr>
          <p:cNvPr id="30" name="mask-r3-c1">
            <a:extLst xmlns:a="http://schemas.openxmlformats.org/drawingml/2006/main">
              <a:ext uri="{FF2B5EF4-FFF2-40B4-BE49-F238E27FC236}">
                <a16:creationId xmlns:a16="http://schemas.microsoft.com/office/drawing/2014/main" id="{26704AD0-0672-470F-B69F-9A91BBC8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1007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90</a:t>
            </a:r>
          </a:p>
        </p:txBody>
      </p:sp>
      <p:sp>
        <p:nvSpPr>
          <p:cNvPr id="31" name="mask-v3-1">
            <a:extLst xmlns:a="http://schemas.openxmlformats.org/drawingml/2006/main">
              <a:ext uri="{FF2B5EF4-FFF2-40B4-BE49-F238E27FC236}">
                <a16:creationId xmlns:a16="http://schemas.microsoft.com/office/drawing/2014/main" id="{5CD33FCF-96E8-45BF-A78A-17649AA1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434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2" name="mask-r3-c2">
            <a:extLst xmlns:a="http://schemas.openxmlformats.org/drawingml/2006/main">
              <a:ext uri="{FF2B5EF4-FFF2-40B4-BE49-F238E27FC236}">
                <a16:creationId xmlns:a16="http://schemas.microsoft.com/office/drawing/2014/main" id="{2EBD5DC6-E5B1-4445-BE9B-4E2A055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1007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33" name="mask-v3-2">
            <a:extLst xmlns:a="http://schemas.openxmlformats.org/drawingml/2006/main">
              <a:ext uri="{FF2B5EF4-FFF2-40B4-BE49-F238E27FC236}">
                <a16:creationId xmlns:a16="http://schemas.microsoft.com/office/drawing/2014/main" id="{1DA89FA2-753B-4AF2-B805-4DECAE0E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434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4" name="mask-r3-c3">
            <a:extLst xmlns:a="http://schemas.openxmlformats.org/drawingml/2006/main">
              <a:ext uri="{FF2B5EF4-FFF2-40B4-BE49-F238E27FC236}">
                <a16:creationId xmlns:a16="http://schemas.microsoft.com/office/drawing/2014/main" id="{9734A124-F8AC-4A49-BDDA-4CB86033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100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Lulus</a:t>
            </a:r>
          </a:p>
        </p:txBody>
      </p:sp>
      <p:sp>
        <p:nvSpPr>
          <p:cNvPr id="35" name="mask-v3-3">
            <a:extLst xmlns:a="http://schemas.openxmlformats.org/drawingml/2006/main">
              <a:ext uri="{FF2B5EF4-FFF2-40B4-BE49-F238E27FC236}">
                <a16:creationId xmlns:a16="http://schemas.microsoft.com/office/drawing/2014/main" id="{4EEF63E8-6977-410A-A6AC-203598C7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434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mask-h3">
            <a:extLst xmlns:a="http://schemas.openxmlformats.org/drawingml/2006/main">
              <a:ext uri="{FF2B5EF4-FFF2-40B4-BE49-F238E27FC236}">
                <a16:creationId xmlns:a16="http://schemas.microsoft.com/office/drawing/2014/main" id="{B29EE006-1486-4C3C-904D-ED82FA4B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7" name="mask-band-4">
            <a:extLst xmlns:a="http://schemas.openxmlformats.org/drawingml/2006/main">
              <a:ext uri="{FF2B5EF4-FFF2-40B4-BE49-F238E27FC236}">
                <a16:creationId xmlns:a16="http://schemas.microsoft.com/office/drawing/2014/main" id="{5927B660-430B-48F7-B472-374CF030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ask-r4-c0">
            <a:extLst xmlns:a="http://schemas.openxmlformats.org/drawingml/2006/main">
              <a:ext uri="{FF2B5EF4-FFF2-40B4-BE49-F238E27FC236}">
                <a16:creationId xmlns:a16="http://schemas.microsoft.com/office/drawing/2014/main" id="{F61E103A-CFF0-47D2-9B86-9FA6229B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6252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Bagas</a:t>
            </a:r>
          </a:p>
        </p:txBody>
      </p:sp>
      <p:sp>
        <p:nvSpPr>
          <p:cNvPr id="39" name="mask-r4-c1">
            <a:extLst xmlns:a="http://schemas.openxmlformats.org/drawingml/2006/main">
              <a:ext uri="{FF2B5EF4-FFF2-40B4-BE49-F238E27FC236}">
                <a16:creationId xmlns:a16="http://schemas.microsoft.com/office/drawing/2014/main" id="{926935C5-4C18-4054-A885-51C9F500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6252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76</a:t>
            </a:r>
          </a:p>
        </p:txBody>
      </p:sp>
      <p:sp>
        <p:nvSpPr>
          <p:cNvPr id="40" name="mask-v4-1">
            <a:extLst xmlns:a="http://schemas.openxmlformats.org/drawingml/2006/main">
              <a:ext uri="{FF2B5EF4-FFF2-40B4-BE49-F238E27FC236}">
                <a16:creationId xmlns:a16="http://schemas.microsoft.com/office/drawing/2014/main" id="{7105D508-B4B0-4FFC-8248-A8C5D8DB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958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mask-r4-c2">
            <a:extLst xmlns:a="http://schemas.openxmlformats.org/drawingml/2006/main">
              <a:ext uri="{FF2B5EF4-FFF2-40B4-BE49-F238E27FC236}">
                <a16:creationId xmlns:a16="http://schemas.microsoft.com/office/drawing/2014/main" id="{D8A354D9-3A96-4FE5-B704-F5DE1B9F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625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42" name="mask-v4-2">
            <a:extLst xmlns:a="http://schemas.openxmlformats.org/drawingml/2006/main">
              <a:ext uri="{FF2B5EF4-FFF2-40B4-BE49-F238E27FC236}">
                <a16:creationId xmlns:a16="http://schemas.microsoft.com/office/drawing/2014/main" id="{9197C9ED-5CB2-4FB3-9970-910B3B16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958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3" name="mask-r4-c3">
            <a:extLst xmlns:a="http://schemas.openxmlformats.org/drawingml/2006/main">
              <a:ext uri="{FF2B5EF4-FFF2-40B4-BE49-F238E27FC236}">
                <a16:creationId xmlns:a16="http://schemas.microsoft.com/office/drawing/2014/main" id="{BF1E73B8-FB55-495F-8F5C-A8027035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6252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Belum lulus</a:t>
            </a:r>
          </a:p>
        </p:txBody>
      </p:sp>
      <p:sp>
        <p:nvSpPr>
          <p:cNvPr id="44" name="mask-v4-3">
            <a:extLst xmlns:a="http://schemas.openxmlformats.org/drawingml/2006/main">
              <a:ext uri="{FF2B5EF4-FFF2-40B4-BE49-F238E27FC236}">
                <a16:creationId xmlns:a16="http://schemas.microsoft.com/office/drawing/2014/main" id="{67236C02-6AD8-4F4A-9BA3-D32B3106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958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5" name="mask-h4">
            <a:extLst xmlns:a="http://schemas.openxmlformats.org/drawingml/2006/main">
              <a:ext uri="{FF2B5EF4-FFF2-40B4-BE49-F238E27FC236}">
                <a16:creationId xmlns:a16="http://schemas.microsoft.com/office/drawing/2014/main" id="{FF9ED910-416F-40B7-BC41-9A3284E5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6" name="mask-code-bg">
            <a:extLst xmlns:a="http://schemas.openxmlformats.org/drawingml/2006/main">
              <a:ext uri="{FF2B5EF4-FFF2-40B4-BE49-F238E27FC236}">
                <a16:creationId xmlns:a16="http://schemas.microsoft.com/office/drawing/2014/main" id="{FDF2C9C7-B8C2-455C-BA26-2B360899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38800"/>
            <a:ext cx="619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47" name="mask-code-text">
            <a:extLst xmlns:a="http://schemas.openxmlformats.org/drawingml/2006/main">
              <a:ext uri="{FF2B5EF4-FFF2-40B4-BE49-F238E27FC236}">
                <a16:creationId xmlns:a16="http://schemas.microsoft.com/office/drawing/2014/main" id="{BFBF5AA9-30E9-414B-9AFE-15F658C9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8483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status = np.where(nilai &gt;= 80, "Lulus", "Belum lulus")</a:t>
            </a:r>
          </a:p>
        </p:txBody>
      </p:sp>
    </p:spTree>
    <p:extLst>
      <p:ext uri="{BB962C8B-B14F-4D97-AF65-F5344CB8AC3E}">
        <p14:creationId xmlns:p14="http://schemas.microsoft.com/office/powerpoint/2010/main" val="110672417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99F7DD-D702-41F2-97DE-4C76AA5E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Agregasi dengan axis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F9B551-A2C9-4E1B-8A36-95A94F15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axis menentukan sumbu yang diringkas dan dimensi yang tetap terlihat di hasil.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332A744-72E1-44A2-8A5F-344C2694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axis-data-head-bg">
            <a:extLst xmlns:a="http://schemas.openxmlformats.org/drawingml/2006/main">
              <a:ext uri="{FF2B5EF4-FFF2-40B4-BE49-F238E27FC236}">
                <a16:creationId xmlns:a16="http://schemas.microsoft.com/office/drawing/2014/main" id="{E2325C7B-80B3-4649-9A14-2DDC922C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5476875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5" name="axis-data-r0-c0">
            <a:extLst xmlns:a="http://schemas.openxmlformats.org/drawingml/2006/main">
              <a:ext uri="{FF2B5EF4-FFF2-40B4-BE49-F238E27FC236}">
                <a16:creationId xmlns:a16="http://schemas.microsoft.com/office/drawing/2014/main" id="{221B3F65-C44C-4650-8F3C-64FD5006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76525"/>
            <a:ext cx="1533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Cabang</a:t>
            </a:r>
          </a:p>
        </p:txBody>
      </p:sp>
      <p:sp>
        <p:nvSpPr>
          <p:cNvPr id="6" name="axis-data-r0-c1">
            <a:extLst xmlns:a="http://schemas.openxmlformats.org/drawingml/2006/main">
              <a:ext uri="{FF2B5EF4-FFF2-40B4-BE49-F238E27FC236}">
                <a16:creationId xmlns:a16="http://schemas.microsoft.com/office/drawing/2014/main" id="{7C1A5096-1E42-4A66-934B-7442169F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76525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Jan</a:t>
            </a:r>
          </a:p>
        </p:txBody>
      </p:sp>
      <p:sp>
        <p:nvSpPr>
          <p:cNvPr id="7" name="axis-data-v0-1">
            <a:extLst xmlns:a="http://schemas.openxmlformats.org/drawingml/2006/main">
              <a:ext uri="{FF2B5EF4-FFF2-40B4-BE49-F238E27FC236}">
                <a16:creationId xmlns:a16="http://schemas.microsoft.com/office/drawing/2014/main" id="{F1757EEF-0FF7-44D2-B692-0CC833CD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098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8" name="axis-data-r0-c2">
            <a:extLst xmlns:a="http://schemas.openxmlformats.org/drawingml/2006/main">
              <a:ext uri="{FF2B5EF4-FFF2-40B4-BE49-F238E27FC236}">
                <a16:creationId xmlns:a16="http://schemas.microsoft.com/office/drawing/2014/main" id="{889A979C-24BC-4554-A96D-A26E2C89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76525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Feb</a:t>
            </a:r>
          </a:p>
        </p:txBody>
      </p:sp>
      <p:sp>
        <p:nvSpPr>
          <p:cNvPr id="9" name="axis-data-v0-2">
            <a:extLst xmlns:a="http://schemas.openxmlformats.org/drawingml/2006/main">
              <a:ext uri="{FF2B5EF4-FFF2-40B4-BE49-F238E27FC236}">
                <a16:creationId xmlns:a16="http://schemas.microsoft.com/office/drawing/2014/main" id="{3CC37A0A-C6E3-4B78-BB17-F3972C3E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098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0" name="axis-data-r0-c3">
            <a:extLst xmlns:a="http://schemas.openxmlformats.org/drawingml/2006/main">
              <a:ext uri="{FF2B5EF4-FFF2-40B4-BE49-F238E27FC236}">
                <a16:creationId xmlns:a16="http://schemas.microsoft.com/office/drawing/2014/main" id="{224F0E62-2030-41FE-B17C-7F5D3575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76525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rPr>
              <a:t>Mar</a:t>
            </a:r>
          </a:p>
        </p:txBody>
      </p:sp>
      <p:sp>
        <p:nvSpPr>
          <p:cNvPr id="11" name="axis-data-v0-3">
            <a:extLst xmlns:a="http://schemas.openxmlformats.org/drawingml/2006/main">
              <a:ext uri="{FF2B5EF4-FFF2-40B4-BE49-F238E27FC236}">
                <a16:creationId xmlns:a16="http://schemas.microsoft.com/office/drawing/2014/main" id="{3288F2C8-8CA0-4688-8473-F3F091FD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098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05C"/>
            </a:solidFill>
            <a:prstDash val="solid"/>
          </a:ln>
        </p:spPr>
      </p:sp>
      <p:sp>
        <p:nvSpPr>
          <p:cNvPr id="12" name="axis-data-r1-c0">
            <a:extLst xmlns:a="http://schemas.openxmlformats.org/drawingml/2006/main">
              <a:ext uri="{FF2B5EF4-FFF2-40B4-BE49-F238E27FC236}">
                <a16:creationId xmlns:a16="http://schemas.microsoft.com/office/drawing/2014/main" id="{0A003980-66E9-4FB8-B74A-5C83E17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1533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</a:t>
            </a:r>
          </a:p>
        </p:txBody>
      </p:sp>
      <p:sp>
        <p:nvSpPr>
          <p:cNvPr id="13" name="axis-data-r1-c1">
            <a:extLst xmlns:a="http://schemas.openxmlformats.org/drawingml/2006/main">
              <a:ext uri="{FF2B5EF4-FFF2-40B4-BE49-F238E27FC236}">
                <a16:creationId xmlns:a16="http://schemas.microsoft.com/office/drawing/2014/main" id="{5E34055C-428E-44B1-A2B7-78A0FB43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43250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10</a:t>
            </a:r>
          </a:p>
        </p:txBody>
      </p:sp>
      <p:sp>
        <p:nvSpPr>
          <p:cNvPr id="14" name="axis-data-v1-1">
            <a:extLst xmlns:a="http://schemas.openxmlformats.org/drawingml/2006/main">
              <a:ext uri="{FF2B5EF4-FFF2-40B4-BE49-F238E27FC236}">
                <a16:creationId xmlns:a16="http://schemas.microsoft.com/office/drawing/2014/main" id="{812573A7-917B-4D86-AEF4-948B445C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765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axis-data-r1-c2">
            <a:extLst xmlns:a="http://schemas.openxmlformats.org/drawingml/2006/main">
              <a:ext uri="{FF2B5EF4-FFF2-40B4-BE49-F238E27FC236}">
                <a16:creationId xmlns:a16="http://schemas.microsoft.com/office/drawing/2014/main" id="{95C5FA2E-8320-45EF-A14E-FBC34CE4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43250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20</a:t>
            </a:r>
          </a:p>
        </p:txBody>
      </p:sp>
      <p:sp>
        <p:nvSpPr>
          <p:cNvPr id="16" name="axis-data-v1-2">
            <a:extLst xmlns:a="http://schemas.openxmlformats.org/drawingml/2006/main">
              <a:ext uri="{FF2B5EF4-FFF2-40B4-BE49-F238E27FC236}">
                <a16:creationId xmlns:a16="http://schemas.microsoft.com/office/drawing/2014/main" id="{2B09ED57-C4F4-42AB-802A-114CF89E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765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axis-data-r1-c3">
            <a:extLst xmlns:a="http://schemas.openxmlformats.org/drawingml/2006/main">
              <a:ext uri="{FF2B5EF4-FFF2-40B4-BE49-F238E27FC236}">
                <a16:creationId xmlns:a16="http://schemas.microsoft.com/office/drawing/2014/main" id="{67BB844B-1815-4EA1-B407-59907593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43250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30</a:t>
            </a:r>
          </a:p>
        </p:txBody>
      </p:sp>
      <p:sp>
        <p:nvSpPr>
          <p:cNvPr id="18" name="axis-data-v1-3">
            <a:extLst xmlns:a="http://schemas.openxmlformats.org/drawingml/2006/main">
              <a:ext uri="{FF2B5EF4-FFF2-40B4-BE49-F238E27FC236}">
                <a16:creationId xmlns:a16="http://schemas.microsoft.com/office/drawing/2014/main" id="{B82C2FBE-EDC3-4A30-A399-2E75E297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7657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9" name="axis-data-h1">
            <a:extLst xmlns:a="http://schemas.openxmlformats.org/drawingml/2006/main">
              <a:ext uri="{FF2B5EF4-FFF2-40B4-BE49-F238E27FC236}">
                <a16:creationId xmlns:a16="http://schemas.microsoft.com/office/drawing/2014/main" id="{9C4FB921-03A6-4993-98D2-44868A81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38475"/>
            <a:ext cx="547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axis-data-band-2">
            <a:extLst xmlns:a="http://schemas.openxmlformats.org/drawingml/2006/main">
              <a:ext uri="{FF2B5EF4-FFF2-40B4-BE49-F238E27FC236}">
                <a16:creationId xmlns:a16="http://schemas.microsoft.com/office/drawing/2014/main" id="{15FFAB8D-DA34-4359-A34C-67F27128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05200"/>
            <a:ext cx="5476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xis-data-r2-c0">
            <a:extLst xmlns:a="http://schemas.openxmlformats.org/drawingml/2006/main">
              <a:ext uri="{FF2B5EF4-FFF2-40B4-BE49-F238E27FC236}">
                <a16:creationId xmlns:a16="http://schemas.microsoft.com/office/drawing/2014/main" id="{93D803F5-C8A2-4F9C-906A-10FFD386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9975"/>
            <a:ext cx="1533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</a:t>
            </a:r>
          </a:p>
        </p:txBody>
      </p:sp>
      <p:sp>
        <p:nvSpPr>
          <p:cNvPr id="22" name="axis-data-r2-c1">
            <a:extLst xmlns:a="http://schemas.openxmlformats.org/drawingml/2006/main">
              <a:ext uri="{FF2B5EF4-FFF2-40B4-BE49-F238E27FC236}">
                <a16:creationId xmlns:a16="http://schemas.microsoft.com/office/drawing/2014/main" id="{BB300709-31AA-4757-A0D0-06877327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09975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5</a:t>
            </a:r>
          </a:p>
        </p:txBody>
      </p:sp>
      <p:sp>
        <p:nvSpPr>
          <p:cNvPr id="23" name="axis-data-v2-1">
            <a:extLst xmlns:a="http://schemas.openxmlformats.org/drawingml/2006/main">
              <a:ext uri="{FF2B5EF4-FFF2-40B4-BE49-F238E27FC236}">
                <a16:creationId xmlns:a16="http://schemas.microsoft.com/office/drawing/2014/main" id="{0B2868C7-3C98-489A-9F5E-188D8EA7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433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axis-data-r2-c2">
            <a:extLst xmlns:a="http://schemas.openxmlformats.org/drawingml/2006/main">
              <a:ext uri="{FF2B5EF4-FFF2-40B4-BE49-F238E27FC236}">
                <a16:creationId xmlns:a16="http://schemas.microsoft.com/office/drawing/2014/main" id="{8340568F-E93C-4B31-B49B-B8A6C731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609975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15</a:t>
            </a:r>
          </a:p>
        </p:txBody>
      </p:sp>
      <p:sp>
        <p:nvSpPr>
          <p:cNvPr id="25" name="axis-data-v2-2">
            <a:extLst xmlns:a="http://schemas.openxmlformats.org/drawingml/2006/main">
              <a:ext uri="{FF2B5EF4-FFF2-40B4-BE49-F238E27FC236}">
                <a16:creationId xmlns:a16="http://schemas.microsoft.com/office/drawing/2014/main" id="{EEEA1BF9-7F7A-4DDD-873B-1B1D90E8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433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axis-data-r2-c3">
            <a:extLst xmlns:a="http://schemas.openxmlformats.org/drawingml/2006/main">
              <a:ext uri="{FF2B5EF4-FFF2-40B4-BE49-F238E27FC236}">
                <a16:creationId xmlns:a16="http://schemas.microsoft.com/office/drawing/2014/main" id="{22C89586-4CA9-4DF4-93E9-0F1A22AC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609975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25</a:t>
            </a:r>
          </a:p>
        </p:txBody>
      </p:sp>
      <p:sp>
        <p:nvSpPr>
          <p:cNvPr id="27" name="axis-data-v2-3">
            <a:extLst xmlns:a="http://schemas.openxmlformats.org/drawingml/2006/main">
              <a:ext uri="{FF2B5EF4-FFF2-40B4-BE49-F238E27FC236}">
                <a16:creationId xmlns:a16="http://schemas.microsoft.com/office/drawing/2014/main" id="{F2A819C2-CC37-40F0-B369-1901D92A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axis-data-h2">
            <a:extLst xmlns:a="http://schemas.openxmlformats.org/drawingml/2006/main">
              <a:ext uri="{FF2B5EF4-FFF2-40B4-BE49-F238E27FC236}">
                <a16:creationId xmlns:a16="http://schemas.microsoft.com/office/drawing/2014/main" id="{3B2B2815-4EBE-4D72-9E6C-7DA4532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05200"/>
            <a:ext cx="547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axis-data-r3-c0">
            <a:extLst xmlns:a="http://schemas.openxmlformats.org/drawingml/2006/main">
              <a:ext uri="{FF2B5EF4-FFF2-40B4-BE49-F238E27FC236}">
                <a16:creationId xmlns:a16="http://schemas.microsoft.com/office/drawing/2014/main" id="{F3C8F5C8-ACFC-4044-B7C7-BE1AF81E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1533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C</a:t>
            </a:r>
          </a:p>
        </p:txBody>
      </p:sp>
      <p:sp>
        <p:nvSpPr>
          <p:cNvPr id="30" name="axis-data-r3-c1">
            <a:extLst xmlns:a="http://schemas.openxmlformats.org/drawingml/2006/main">
              <a:ext uri="{FF2B5EF4-FFF2-40B4-BE49-F238E27FC236}">
                <a16:creationId xmlns:a16="http://schemas.microsoft.com/office/drawing/2014/main" id="{269F0ACF-483A-4901-A91F-C4D9164C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076700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8</a:t>
            </a:r>
          </a:p>
        </p:txBody>
      </p:sp>
      <p:sp>
        <p:nvSpPr>
          <p:cNvPr id="31" name="axis-data-v3-1">
            <a:extLst xmlns:a="http://schemas.openxmlformats.org/drawingml/2006/main">
              <a:ext uri="{FF2B5EF4-FFF2-40B4-BE49-F238E27FC236}">
                <a16:creationId xmlns:a16="http://schemas.microsoft.com/office/drawing/2014/main" id="{9C8777ED-4E48-4CD0-8715-FD6C44A2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100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2" name="axis-data-r3-c2">
            <a:extLst xmlns:a="http://schemas.openxmlformats.org/drawingml/2006/main">
              <a:ext uri="{FF2B5EF4-FFF2-40B4-BE49-F238E27FC236}">
                <a16:creationId xmlns:a16="http://schemas.microsoft.com/office/drawing/2014/main" id="{820D2246-CBE4-46E0-999A-144539CF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076700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</a:t>
            </a:r>
          </a:p>
        </p:txBody>
      </p:sp>
      <p:sp>
        <p:nvSpPr>
          <p:cNvPr id="33" name="axis-data-v3-2">
            <a:extLst xmlns:a="http://schemas.openxmlformats.org/drawingml/2006/main">
              <a:ext uri="{FF2B5EF4-FFF2-40B4-BE49-F238E27FC236}">
                <a16:creationId xmlns:a16="http://schemas.microsoft.com/office/drawing/2014/main" id="{7B22E738-ABEF-415A-885D-E2C14127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00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4" name="axis-data-r3-c3">
            <a:extLst xmlns:a="http://schemas.openxmlformats.org/drawingml/2006/main">
              <a:ext uri="{FF2B5EF4-FFF2-40B4-BE49-F238E27FC236}">
                <a16:creationId xmlns:a16="http://schemas.microsoft.com/office/drawing/2014/main" id="{31F6A5EA-D573-4884-9176-427712E9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76700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16</a:t>
            </a:r>
          </a:p>
        </p:txBody>
      </p:sp>
      <p:sp>
        <p:nvSpPr>
          <p:cNvPr id="35" name="axis-data-v3-3">
            <a:extLst xmlns:a="http://schemas.openxmlformats.org/drawingml/2006/main">
              <a:ext uri="{FF2B5EF4-FFF2-40B4-BE49-F238E27FC236}">
                <a16:creationId xmlns:a16="http://schemas.microsoft.com/office/drawing/2014/main" id="{6EC01B72-56F1-4406-810B-D4829D29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00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axis-data-h3">
            <a:extLst xmlns:a="http://schemas.openxmlformats.org/drawingml/2006/main">
              <a:ext uri="{FF2B5EF4-FFF2-40B4-BE49-F238E27FC236}">
                <a16:creationId xmlns:a16="http://schemas.microsoft.com/office/drawing/2014/main" id="{38426E2C-FBE6-4EC6-BD5E-2F1057B3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71925"/>
            <a:ext cx="547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7" name="axis-data-band-4">
            <a:extLst xmlns:a="http://schemas.openxmlformats.org/drawingml/2006/main">
              <a:ext uri="{FF2B5EF4-FFF2-40B4-BE49-F238E27FC236}">
                <a16:creationId xmlns:a16="http://schemas.microsoft.com/office/drawing/2014/main" id="{5E942B4D-9169-4D45-9FE8-26142211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38650"/>
            <a:ext cx="5476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xis-data-r4-c0">
            <a:extLst xmlns:a="http://schemas.openxmlformats.org/drawingml/2006/main">
              <a:ext uri="{FF2B5EF4-FFF2-40B4-BE49-F238E27FC236}">
                <a16:creationId xmlns:a16="http://schemas.microsoft.com/office/drawing/2014/main" id="{396D643E-1D7B-45A9-AF3A-85FC0275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43425"/>
            <a:ext cx="1533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</a:t>
            </a:r>
          </a:p>
        </p:txBody>
      </p:sp>
      <p:sp>
        <p:nvSpPr>
          <p:cNvPr id="39" name="axis-data-r4-c1">
            <a:extLst xmlns:a="http://schemas.openxmlformats.org/drawingml/2006/main">
              <a:ext uri="{FF2B5EF4-FFF2-40B4-BE49-F238E27FC236}">
                <a16:creationId xmlns:a16="http://schemas.microsoft.com/office/drawing/2014/main" id="{EC4A4E51-3AE5-4A0E-8C2F-3C92057F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543425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7</a:t>
            </a:r>
          </a:p>
        </p:txBody>
      </p:sp>
      <p:sp>
        <p:nvSpPr>
          <p:cNvPr id="40" name="axis-data-v4-1">
            <a:extLst xmlns:a="http://schemas.openxmlformats.org/drawingml/2006/main">
              <a:ext uri="{FF2B5EF4-FFF2-40B4-BE49-F238E27FC236}">
                <a16:creationId xmlns:a16="http://schemas.microsoft.com/office/drawing/2014/main" id="{E61AC467-0BB4-459B-85A6-EF1A1141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767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1" name="axis-data-r4-c2">
            <a:extLst xmlns:a="http://schemas.openxmlformats.org/drawingml/2006/main">
              <a:ext uri="{FF2B5EF4-FFF2-40B4-BE49-F238E27FC236}">
                <a16:creationId xmlns:a16="http://schemas.microsoft.com/office/drawing/2014/main" id="{409A41C1-F172-4D2C-9AAF-23AD1C2E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543425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9</a:t>
            </a:r>
          </a:p>
        </p:txBody>
      </p:sp>
      <p:sp>
        <p:nvSpPr>
          <p:cNvPr id="42" name="axis-data-v4-2">
            <a:extLst xmlns:a="http://schemas.openxmlformats.org/drawingml/2006/main">
              <a:ext uri="{FF2B5EF4-FFF2-40B4-BE49-F238E27FC236}">
                <a16:creationId xmlns:a16="http://schemas.microsoft.com/office/drawing/2014/main" id="{4D957395-F262-4341-A560-9305BE7F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767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3" name="axis-data-r4-c3">
            <a:extLst xmlns:a="http://schemas.openxmlformats.org/drawingml/2006/main">
              <a:ext uri="{FF2B5EF4-FFF2-40B4-BE49-F238E27FC236}">
                <a16:creationId xmlns:a16="http://schemas.microsoft.com/office/drawing/2014/main" id="{18A2EDF8-DAE9-4350-8586-75EAA547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543425"/>
            <a:ext cx="1009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11</a:t>
            </a:r>
          </a:p>
        </p:txBody>
      </p:sp>
      <p:sp>
        <p:nvSpPr>
          <p:cNvPr id="44" name="axis-data-v4-3">
            <a:extLst xmlns:a="http://schemas.openxmlformats.org/drawingml/2006/main">
              <a:ext uri="{FF2B5EF4-FFF2-40B4-BE49-F238E27FC236}">
                <a16:creationId xmlns:a16="http://schemas.microsoft.com/office/drawing/2014/main" id="{AC662DE5-E936-4B82-B1ED-407C5E4F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5" name="axis-data-h4">
            <a:extLst xmlns:a="http://schemas.openxmlformats.org/drawingml/2006/main">
              <a:ext uri="{FF2B5EF4-FFF2-40B4-BE49-F238E27FC236}">
                <a16:creationId xmlns:a16="http://schemas.microsoft.com/office/drawing/2014/main" id="{536756EA-C600-4E3D-803F-85270F77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38650"/>
            <a:ext cx="547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6" name="axis0-panel">
            <a:extLst xmlns:a="http://schemas.openxmlformats.org/drawingml/2006/main">
              <a:ext uri="{FF2B5EF4-FFF2-40B4-BE49-F238E27FC236}">
                <a16:creationId xmlns:a16="http://schemas.microsoft.com/office/drawing/2014/main" id="{970702B3-1E7B-443B-81F6-84DAF09D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43200"/>
            <a:ext cx="37623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47" name="axis0-head">
            <a:extLst xmlns:a="http://schemas.openxmlformats.org/drawingml/2006/main">
              <a:ext uri="{FF2B5EF4-FFF2-40B4-BE49-F238E27FC236}">
                <a16:creationId xmlns:a16="http://schemas.microsoft.com/office/drawing/2014/main" id="{D4E2EE31-74CB-4CF0-8D9E-27590E82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76550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sum(axis=0)</a:t>
            </a:r>
          </a:p>
        </p:txBody>
      </p:sp>
      <p:sp>
        <p:nvSpPr>
          <p:cNvPr id="48" name="axis0-body">
            <a:extLst xmlns:a="http://schemas.openxmlformats.org/drawingml/2006/main">
              <a:ext uri="{FF2B5EF4-FFF2-40B4-BE49-F238E27FC236}">
                <a16:creationId xmlns:a16="http://schemas.microsoft.com/office/drawing/2014/main" id="{4A6D8D21-9074-4400-B957-304A5E63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28975"/>
            <a:ext cx="3343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[30, 56, 82]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Satu total tiap bulan.</a:t>
            </a:r>
          </a:p>
        </p:txBody>
      </p:sp>
      <p:sp>
        <p:nvSpPr>
          <p:cNvPr id="49" name="axis1-panel">
            <a:extLst xmlns:a="http://schemas.openxmlformats.org/drawingml/2006/main">
              <a:ext uri="{FF2B5EF4-FFF2-40B4-BE49-F238E27FC236}">
                <a16:creationId xmlns:a16="http://schemas.microsoft.com/office/drawing/2014/main" id="{BF15C4B7-78D8-4196-B1A5-0E9F3578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62450"/>
            <a:ext cx="37623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50" name="axis1-head">
            <a:extLst xmlns:a="http://schemas.openxmlformats.org/drawingml/2006/main">
              <a:ext uri="{FF2B5EF4-FFF2-40B4-BE49-F238E27FC236}">
                <a16:creationId xmlns:a16="http://schemas.microsoft.com/office/drawing/2014/main" id="{2976E2BF-D749-44F0-8809-A77D6398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495800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sum(axis=1)</a:t>
            </a:r>
          </a:p>
        </p:txBody>
      </p:sp>
      <p:sp>
        <p:nvSpPr>
          <p:cNvPr id="51" name="axis1-body">
            <a:extLst xmlns:a="http://schemas.openxmlformats.org/drawingml/2006/main">
              <a:ext uri="{FF2B5EF4-FFF2-40B4-BE49-F238E27FC236}">
                <a16:creationId xmlns:a16="http://schemas.microsoft.com/office/drawing/2014/main" id="{1574D8B9-1A37-481A-AB73-C45F7C36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48225"/>
            <a:ext cx="3343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[60, 45, 36, 27]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Satu total tiap cabang.</a:t>
            </a:r>
          </a:p>
        </p:txBody>
      </p:sp>
    </p:spTree>
    <p:extLst>
      <p:ext uri="{BB962C8B-B14F-4D97-AF65-F5344CB8AC3E}">
        <p14:creationId xmlns:p14="http://schemas.microsoft.com/office/powerpoint/2010/main" val="73978452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FA4BE5-C943-4614-9FFE-D2A29768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Indeks nilai terbesar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B5A7CD0-62B3-4D3F-893C-7CB79FA3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argmax mengembalikan posisi nilai maksimum. Gunakan posisi itu untuk mengambil label.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6FE8E64-E18F-45C6-9B65-9F9C444F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max-branch-0">
            <a:extLst xmlns:a="http://schemas.openxmlformats.org/drawingml/2006/main">
              <a:ext uri="{FF2B5EF4-FFF2-40B4-BE49-F238E27FC236}">
                <a16:creationId xmlns:a16="http://schemas.microsoft.com/office/drawing/2014/main" id="{2B450A2D-5CE2-4045-959E-E5F0E3A9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90850"/>
            <a:ext cx="2619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max-branch-title-0">
            <a:extLst xmlns:a="http://schemas.openxmlformats.org/drawingml/2006/main">
              <a:ext uri="{FF2B5EF4-FFF2-40B4-BE49-F238E27FC236}">
                <a16:creationId xmlns:a16="http://schemas.microsoft.com/office/drawing/2014/main" id="{D5BD53C1-B9B7-4DA9-B9E8-B2F3C887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004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Jakarta</a:t>
            </a:r>
          </a:p>
        </p:txBody>
      </p:sp>
      <p:sp>
        <p:nvSpPr>
          <p:cNvPr id="6" name="max-branch-value-0">
            <a:extLst xmlns:a="http://schemas.openxmlformats.org/drawingml/2006/main">
              <a:ext uri="{FF2B5EF4-FFF2-40B4-BE49-F238E27FC236}">
                <a16:creationId xmlns:a16="http://schemas.microsoft.com/office/drawing/2014/main" id="{46FB890E-B387-48E4-9CA8-AC1508C5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528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920000</a:t>
            </a:r>
          </a:p>
        </p:txBody>
      </p:sp>
      <p:sp>
        <p:nvSpPr>
          <p:cNvPr id="7" name="max-branch-1">
            <a:extLst xmlns:a="http://schemas.openxmlformats.org/drawingml/2006/main">
              <a:ext uri="{FF2B5EF4-FFF2-40B4-BE49-F238E27FC236}">
                <a16:creationId xmlns:a16="http://schemas.microsoft.com/office/drawing/2014/main" id="{033D786B-9BF6-4FEE-89E3-EDE294C7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2619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8" name="max-branch-title-1">
            <a:extLst xmlns:a="http://schemas.openxmlformats.org/drawingml/2006/main">
              <a:ext uri="{FF2B5EF4-FFF2-40B4-BE49-F238E27FC236}">
                <a16:creationId xmlns:a16="http://schemas.microsoft.com/office/drawing/2014/main" id="{DE97455E-346B-4EF3-A440-F8E9BAED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004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Bandung</a:t>
            </a:r>
          </a:p>
        </p:txBody>
      </p:sp>
      <p:sp>
        <p:nvSpPr>
          <p:cNvPr id="9" name="max-branch-value-1">
            <a:extLst xmlns:a="http://schemas.openxmlformats.org/drawingml/2006/main">
              <a:ext uri="{FF2B5EF4-FFF2-40B4-BE49-F238E27FC236}">
                <a16:creationId xmlns:a16="http://schemas.microsoft.com/office/drawing/2014/main" id="{6EA6EA90-6625-4282-A4BD-78843A72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528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1110000</a:t>
            </a:r>
          </a:p>
        </p:txBody>
      </p:sp>
      <p:sp>
        <p:nvSpPr>
          <p:cNvPr id="10" name="max-branch-2">
            <a:extLst xmlns:a="http://schemas.openxmlformats.org/drawingml/2006/main">
              <a:ext uri="{FF2B5EF4-FFF2-40B4-BE49-F238E27FC236}">
                <a16:creationId xmlns:a16="http://schemas.microsoft.com/office/drawing/2014/main" id="{0F74EA6B-CDB4-45BD-95BD-44FD62CA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90850"/>
            <a:ext cx="2619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11" name="max-branch-title-2">
            <a:extLst xmlns:a="http://schemas.openxmlformats.org/drawingml/2006/main">
              <a:ext uri="{FF2B5EF4-FFF2-40B4-BE49-F238E27FC236}">
                <a16:creationId xmlns:a16="http://schemas.microsoft.com/office/drawing/2014/main" id="{21C7F38C-C0F8-4A1A-B571-45D1621E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004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Surabaya</a:t>
            </a:r>
          </a:p>
        </p:txBody>
      </p:sp>
      <p:sp>
        <p:nvSpPr>
          <p:cNvPr id="12" name="max-branch-value-2">
            <a:extLst xmlns:a="http://schemas.openxmlformats.org/drawingml/2006/main">
              <a:ext uri="{FF2B5EF4-FFF2-40B4-BE49-F238E27FC236}">
                <a16:creationId xmlns:a16="http://schemas.microsoft.com/office/drawing/2014/main" id="{758147F5-9565-4853-A692-BC92AD30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575" b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1215000</a:t>
            </a:r>
          </a:p>
        </p:txBody>
      </p:sp>
      <p:sp>
        <p:nvSpPr>
          <p:cNvPr id="13" name="argmax-code-bg">
            <a:extLst xmlns:a="http://schemas.openxmlformats.org/drawingml/2006/main">
              <a:ext uri="{FF2B5EF4-FFF2-40B4-BE49-F238E27FC236}">
                <a16:creationId xmlns:a16="http://schemas.microsoft.com/office/drawing/2014/main" id="{BB62FAB8-2313-4AF9-9FB7-0CA1696B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33950"/>
            <a:ext cx="52387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12383">
            <a:solidFill>
              <a:srgbClr val="111A30"/>
            </a:solidFill>
            <a:prstDash val="solid"/>
          </a:ln>
        </p:spPr>
      </p:sp>
      <p:sp>
        <p:nvSpPr>
          <p:cNvPr id="14" name="argmax-code-text">
            <a:extLst xmlns:a="http://schemas.openxmlformats.org/drawingml/2006/main">
              <a:ext uri="{FF2B5EF4-FFF2-40B4-BE49-F238E27FC236}">
                <a16:creationId xmlns:a16="http://schemas.microsoft.com/office/drawing/2014/main" id="{56261537-E593-45E7-9099-2F4B8153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43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i = np.argmax(penjualan)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cabang[i]  # Surabaya</a:t>
            </a:r>
          </a:p>
        </p:txBody>
      </p:sp>
    </p:spTree>
    <p:extLst>
      <p:ext uri="{BB962C8B-B14F-4D97-AF65-F5344CB8AC3E}">
        <p14:creationId xmlns:p14="http://schemas.microsoft.com/office/powerpoint/2010/main" val="57493878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25ADF9-1314-4ECE-8F4A-4F1EC8C2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1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Menggabungkan array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0623C14-16D5-48EA-8F28-50A06742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concatenate menambah baris atau kolom. Dimensi lain harus tetap cocok.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DB7D9C3-30C0-4F1B-8F53-94B92BCC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0">
            <a:solidFill>
              <a:srgbClr val="E7EAEE"/>
            </a:solidFill>
            <a:prstDash val="solid"/>
          </a:ln>
        </p:spPr>
      </p:sp>
      <p:sp>
        <p:nvSpPr>
          <p:cNvPr id="4" name="concat-row-panel">
            <a:extLst xmlns:a="http://schemas.openxmlformats.org/drawingml/2006/main">
              <a:ext uri="{FF2B5EF4-FFF2-40B4-BE49-F238E27FC236}">
                <a16:creationId xmlns:a16="http://schemas.microsoft.com/office/drawing/2014/main" id="{33CF5909-6C14-43D2-B251-328A2416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24150"/>
            <a:ext cx="4762500" cy="21431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2383">
            <a:solidFill>
              <a:srgbClr val="4FB6E8"/>
            </a:solidFill>
            <a:prstDash val="solid"/>
          </a:ln>
        </p:spPr>
      </p:sp>
      <p:sp>
        <p:nvSpPr>
          <p:cNvPr id="5" name="concat-row-head">
            <a:extLst xmlns:a="http://schemas.openxmlformats.org/drawingml/2006/main">
              <a:ext uri="{FF2B5EF4-FFF2-40B4-BE49-F238E27FC236}">
                <a16:creationId xmlns:a16="http://schemas.microsoft.com/office/drawing/2014/main" id="{5FB4E65A-1BBC-4F24-A39C-75E43ADB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8575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Tambah satu siswa</a:t>
            </a:r>
          </a:p>
        </p:txBody>
      </p:sp>
      <p:sp>
        <p:nvSpPr>
          <p:cNvPr id="6" name="concat-row-body">
            <a:extLst xmlns:a="http://schemas.openxmlformats.org/drawingml/2006/main">
              <a:ext uri="{FF2B5EF4-FFF2-40B4-BE49-F238E27FC236}">
                <a16:creationId xmlns:a16="http://schemas.microsoft.com/office/drawing/2014/main" id="{460130AB-387C-4AB6-B672-3683D6D8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9925"/>
            <a:ext cx="43434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(4, 3) + (1, 3)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axis=0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 (5, 3)</a:t>
            </a:r>
          </a:p>
        </p:txBody>
      </p:sp>
      <p:sp>
        <p:nvSpPr>
          <p:cNvPr id="7" name="concat-col-panel">
            <a:extLst xmlns:a="http://schemas.openxmlformats.org/drawingml/2006/main">
              <a:ext uri="{FF2B5EF4-FFF2-40B4-BE49-F238E27FC236}">
                <a16:creationId xmlns:a16="http://schemas.microsoft.com/office/drawing/2014/main" id="{FB52541A-7C79-415D-ADCB-C8ABBF55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4762500" cy="21431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2383">
            <a:solidFill>
              <a:srgbClr val="F5D36A"/>
            </a:solidFill>
            <a:prstDash val="solid"/>
          </a:ln>
        </p:spPr>
      </p:sp>
      <p:sp>
        <p:nvSpPr>
          <p:cNvPr id="8" name="concat-col-head">
            <a:extLst xmlns:a="http://schemas.openxmlformats.org/drawingml/2006/main">
              <a:ext uri="{FF2B5EF4-FFF2-40B4-BE49-F238E27FC236}">
                <a16:creationId xmlns:a16="http://schemas.microsoft.com/office/drawing/2014/main" id="{22064370-765B-4CCD-BAFA-81934574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575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Tambah satu bulan</a:t>
            </a:r>
          </a:p>
        </p:txBody>
      </p:sp>
      <p:sp>
        <p:nvSpPr>
          <p:cNvPr id="9" name="concat-col-body">
            <a:extLst xmlns:a="http://schemas.openxmlformats.org/drawingml/2006/main">
              <a:ext uri="{FF2B5EF4-FFF2-40B4-BE49-F238E27FC236}">
                <a16:creationId xmlns:a16="http://schemas.microsoft.com/office/drawing/2014/main" id="{231DFE04-E2AD-4B99-9567-D2F4F1D7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209925"/>
            <a:ext cx="43434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(4, 3) + (4, 1)</a:t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axis=1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 (4, 4)</a:t>
            </a:r>
          </a:p>
        </p:txBody>
      </p:sp>
      <p:sp>
        <p:nvSpPr>
          <p:cNvPr id="10" name="concat-rule">
            <a:extLst xmlns:a="http://schemas.openxmlformats.org/drawingml/2006/main">
              <a:ext uri="{FF2B5EF4-FFF2-40B4-BE49-F238E27FC236}">
                <a16:creationId xmlns:a16="http://schemas.microsoft.com/office/drawing/2014/main" id="{28AB8FEF-ACB2-452A-835A-BC230269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578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72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Axis 0 menambah baris. Axis 1 menambah kolom.</a:t>
            </a:r>
          </a:p>
        </p:txBody>
      </p:sp>
    </p:spTree>
    <p:extLst>
      <p:ext uri="{BB962C8B-B14F-4D97-AF65-F5344CB8AC3E}">
        <p14:creationId xmlns:p14="http://schemas.microsoft.com/office/powerpoint/2010/main" val="2109831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2026-10-02T11:07:23.3470000Z</dcterms:created>
  <dcterms:modified xsi:type="dcterms:W3CDTF">2026-10-02T11:07:23.3470000Z</dcterms:modified>
</coreProperties>
</file>