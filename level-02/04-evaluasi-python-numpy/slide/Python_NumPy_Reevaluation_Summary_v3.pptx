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c1e348d597420c" /><Relationship Type="http://schemas.openxmlformats.org/officeDocument/2006/relationships/extended-properties" Target="/docProps/app.xml" Id="R683c520c18204686" /><Relationship Type="http://schemas.openxmlformats.org/officeDocument/2006/relationships/officeDocument" Target="/ppt/presentation.xml" Id="R660bebd52eb64c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3d36d90124172"/>
  </p:sldMasterIdLst>
  <p:notesMasterIdLst>
    <p:notesMasterId xmlns:r="http://schemas.openxmlformats.org/officeDocument/2006/relationships" r:id="Re0d12e0903f24d67"/>
  </p:notesMasterIdLst>
  <p:sldIdLst>
    <p:sldId xmlns:r="http://schemas.openxmlformats.org/officeDocument/2006/relationships" id="256" r:id="Rae4b5d0621a041c5"/>
    <p:sldId xmlns:r="http://schemas.openxmlformats.org/officeDocument/2006/relationships" id="257" r:id="Re7e1336b68424532"/>
    <p:sldId xmlns:r="http://schemas.openxmlformats.org/officeDocument/2006/relationships" id="258" r:id="Rd8d9b9920c864183"/>
    <p:sldId xmlns:r="http://schemas.openxmlformats.org/officeDocument/2006/relationships" id="259" r:id="Rdc46db5c73e14b0a"/>
    <p:sldId xmlns:r="http://schemas.openxmlformats.org/officeDocument/2006/relationships" id="260" r:id="R4ae9e42f63704175"/>
    <p:sldId xmlns:r="http://schemas.openxmlformats.org/officeDocument/2006/relationships" id="261" r:id="R1c7e4032b9504f89"/>
    <p:sldId xmlns:r="http://schemas.openxmlformats.org/officeDocument/2006/relationships" id="262" r:id="R07f097c8969943e8"/>
    <p:sldId xmlns:r="http://schemas.openxmlformats.org/officeDocument/2006/relationships" id="263" r:id="R764aaf6a3aec4556"/>
    <p:sldId xmlns:r="http://schemas.openxmlformats.org/officeDocument/2006/relationships" id="264" r:id="R0b224a49b29a4573"/>
    <p:sldId xmlns:r="http://schemas.openxmlformats.org/officeDocument/2006/relationships" id="265" r:id="R78fc97c35f894b6e"/>
    <p:sldId xmlns:r="http://schemas.openxmlformats.org/officeDocument/2006/relationships" id="266" r:id="Rad1645ea6a8840fa"/>
    <p:sldId xmlns:r="http://schemas.openxmlformats.org/officeDocument/2006/relationships" id="267" r:id="R35c4ccd64a014040"/>
    <p:sldId xmlns:r="http://schemas.openxmlformats.org/officeDocument/2006/relationships" id="268" r:id="R6dab256266404ca8"/>
    <p:sldId xmlns:r="http://schemas.openxmlformats.org/officeDocument/2006/relationships" id="269" r:id="R90eaca5c74784241"/>
    <p:sldId xmlns:r="http://schemas.openxmlformats.org/officeDocument/2006/relationships" id="270" r:id="R4d0f43d6275d4058"/>
    <p:sldId xmlns:r="http://schemas.openxmlformats.org/officeDocument/2006/relationships" id="271" r:id="R379064547c9c4a89"/>
    <p:sldId xmlns:r="http://schemas.openxmlformats.org/officeDocument/2006/relationships" id="272" r:id="Re0e83bcbb4524f70"/>
    <p:sldId xmlns:r="http://schemas.openxmlformats.org/officeDocument/2006/relationships" id="273" r:id="R15f1c654596a4153"/>
    <p:sldId xmlns:r="http://schemas.openxmlformats.org/officeDocument/2006/relationships" id="274" r:id="R3774eab8696f4414"/>
    <p:sldId xmlns:r="http://schemas.openxmlformats.org/officeDocument/2006/relationships" id="275" r:id="Ra78515d300064400"/>
    <p:sldId xmlns:r="http://schemas.openxmlformats.org/officeDocument/2006/relationships" id="276" r:id="R556808af388b4f30"/>
    <p:sldId xmlns:r="http://schemas.openxmlformats.org/officeDocument/2006/relationships" id="277" r:id="Raff110883b9340f9"/>
    <p:sldId xmlns:r="http://schemas.openxmlformats.org/officeDocument/2006/relationships" id="278" r:id="Rdfb03a5a02674602"/>
    <p:sldId xmlns:r="http://schemas.openxmlformats.org/officeDocument/2006/relationships" id="279" r:id="R9d6fa3d9a5ac4d5e"/>
    <p:sldId xmlns:r="http://schemas.openxmlformats.org/officeDocument/2006/relationships" id="280" r:id="R465bd03ef2ba4687"/>
    <p:sldId xmlns:r="http://schemas.openxmlformats.org/officeDocument/2006/relationships" id="281" r:id="Rca96c2feb21f4689"/>
    <p:sldId xmlns:r="http://schemas.openxmlformats.org/officeDocument/2006/relationships" id="282" r:id="Rc7cb9e7e0abc489f"/>
    <p:sldId xmlns:r="http://schemas.openxmlformats.org/officeDocument/2006/relationships" id="283" r:id="R9198b61c698a4abc"/>
    <p:sldId xmlns:r="http://schemas.openxmlformats.org/officeDocument/2006/relationships" id="284" r:id="Ra2bd0004be4f467a"/>
    <p:sldId xmlns:r="http://schemas.openxmlformats.org/officeDocument/2006/relationships" id="285" r:id="R0af55935d39e4c3b"/>
    <p:sldId xmlns:r="http://schemas.openxmlformats.org/officeDocument/2006/relationships" id="286" r:id="Rf9d86b4fed0c40d0"/>
    <p:sldId xmlns:r="http://schemas.openxmlformats.org/officeDocument/2006/relationships" id="287" r:id="Rdce9326b89904d4d"/>
    <p:sldId xmlns:r="http://schemas.openxmlformats.org/officeDocument/2006/relationships" id="288" r:id="Rcdc4fc609ebb451f"/>
    <p:sldId xmlns:r="http://schemas.openxmlformats.org/officeDocument/2006/relationships" id="289" r:id="R376c08c5eafe4fcd"/>
    <p:sldId xmlns:r="http://schemas.openxmlformats.org/officeDocument/2006/relationships" id="290" r:id="Re41b6798659c45be"/>
    <p:sldId xmlns:r="http://schemas.openxmlformats.org/officeDocument/2006/relationships" id="291" r:id="R3ca8b0c1e0fd46ae"/>
    <p:sldId xmlns:r="http://schemas.openxmlformats.org/officeDocument/2006/relationships" id="292" r:id="Rd6dfdfb516554208"/>
    <p:sldId xmlns:r="http://schemas.openxmlformats.org/officeDocument/2006/relationships" id="293" r:id="R3c461512936b40d5"/>
    <p:sldId xmlns:r="http://schemas.openxmlformats.org/officeDocument/2006/relationships" id="294" r:id="Rd3379c0f338548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7b2f64234441cc" /><Relationship Type="http://schemas.openxmlformats.org/officeDocument/2006/relationships/slideMaster" Target="/ppt/slideMasters/slideMaster1.xml" Id="Rd8f3d36d90124172" /><Relationship Type="http://schemas.openxmlformats.org/officeDocument/2006/relationships/notesMaster" Target="/ppt/notesMasters/notesMaster1.xml" Id="Re0d12e0903f24d67" /><Relationship Type="http://schemas.openxmlformats.org/officeDocument/2006/relationships/presProps" Target="/ppt/presProps.xml" Id="R7eae81c446034f72" /><Relationship Type="http://schemas.openxmlformats.org/officeDocument/2006/relationships/tableStyles" Target="/ppt/tableStyles.xml" Id="R15bd844dd54943cf" /><Relationship Type="http://schemas.openxmlformats.org/officeDocument/2006/relationships/slide" Target="/ppt/slides/slide1.xml" Id="Rae4b5d0621a041c5" /><Relationship Type="http://schemas.openxmlformats.org/officeDocument/2006/relationships/slide" Target="/ppt/slides/slide2.xml" Id="Re7e1336b68424532" /><Relationship Type="http://schemas.openxmlformats.org/officeDocument/2006/relationships/slide" Target="/ppt/slides/slide3.xml" Id="Rd8d9b9920c864183" /><Relationship Type="http://schemas.openxmlformats.org/officeDocument/2006/relationships/slide" Target="/ppt/slides/slide4.xml" Id="Rdc46db5c73e14b0a" /><Relationship Type="http://schemas.openxmlformats.org/officeDocument/2006/relationships/slide" Target="/ppt/slides/slide5.xml" Id="R4ae9e42f63704175" /><Relationship Type="http://schemas.openxmlformats.org/officeDocument/2006/relationships/slide" Target="/ppt/slides/slide6.xml" Id="R1c7e4032b9504f89" /><Relationship Type="http://schemas.openxmlformats.org/officeDocument/2006/relationships/slide" Target="/ppt/slides/slide7.xml" Id="R07f097c8969943e8" /><Relationship Type="http://schemas.openxmlformats.org/officeDocument/2006/relationships/slide" Target="/ppt/slides/slide8.xml" Id="R764aaf6a3aec4556" /><Relationship Type="http://schemas.openxmlformats.org/officeDocument/2006/relationships/slide" Target="/ppt/slides/slide9.xml" Id="R0b224a49b29a4573" /><Relationship Type="http://schemas.openxmlformats.org/officeDocument/2006/relationships/slide" Target="/ppt/slides/slide10.xml" Id="R78fc97c35f894b6e" /><Relationship Type="http://schemas.openxmlformats.org/officeDocument/2006/relationships/slide" Target="/ppt/slides/slide11.xml" Id="Rad1645ea6a8840fa" /><Relationship Type="http://schemas.openxmlformats.org/officeDocument/2006/relationships/slide" Target="/ppt/slides/slide12.xml" Id="R35c4ccd64a014040" /><Relationship Type="http://schemas.openxmlformats.org/officeDocument/2006/relationships/slide" Target="/ppt/slides/slide13.xml" Id="R6dab256266404ca8" /><Relationship Type="http://schemas.openxmlformats.org/officeDocument/2006/relationships/slide" Target="/ppt/slides/slide14.xml" Id="R90eaca5c74784241" /><Relationship Type="http://schemas.openxmlformats.org/officeDocument/2006/relationships/slide" Target="/ppt/slides/slide15.xml" Id="R4d0f43d6275d4058" /><Relationship Type="http://schemas.openxmlformats.org/officeDocument/2006/relationships/slide" Target="/ppt/slides/slide16.xml" Id="R379064547c9c4a89" /><Relationship Type="http://schemas.openxmlformats.org/officeDocument/2006/relationships/slide" Target="/ppt/slides/slide17.xml" Id="Re0e83bcbb4524f70" /><Relationship Type="http://schemas.openxmlformats.org/officeDocument/2006/relationships/slide" Target="/ppt/slides/slide18.xml" Id="R15f1c654596a4153" /><Relationship Type="http://schemas.openxmlformats.org/officeDocument/2006/relationships/slide" Target="/ppt/slides/slide19.xml" Id="R3774eab8696f4414" /><Relationship Type="http://schemas.openxmlformats.org/officeDocument/2006/relationships/slide" Target="/ppt/slides/slide20.xml" Id="Ra78515d300064400" /><Relationship Type="http://schemas.openxmlformats.org/officeDocument/2006/relationships/slide" Target="/ppt/slides/slide21.xml" Id="R556808af388b4f30" /><Relationship Type="http://schemas.openxmlformats.org/officeDocument/2006/relationships/slide" Target="/ppt/slides/slide22.xml" Id="Raff110883b9340f9" /><Relationship Type="http://schemas.openxmlformats.org/officeDocument/2006/relationships/slide" Target="/ppt/slides/slide23.xml" Id="Rdfb03a5a02674602" /><Relationship Type="http://schemas.openxmlformats.org/officeDocument/2006/relationships/slide" Target="/ppt/slides/slide24.xml" Id="R9d6fa3d9a5ac4d5e" /><Relationship Type="http://schemas.openxmlformats.org/officeDocument/2006/relationships/slide" Target="/ppt/slides/slide25.xml" Id="R465bd03ef2ba4687" /><Relationship Type="http://schemas.openxmlformats.org/officeDocument/2006/relationships/slide" Target="/ppt/slides/slide26.xml" Id="Rca96c2feb21f4689" /><Relationship Type="http://schemas.openxmlformats.org/officeDocument/2006/relationships/slide" Target="/ppt/slides/slide27.xml" Id="Rc7cb9e7e0abc489f" /><Relationship Type="http://schemas.openxmlformats.org/officeDocument/2006/relationships/slide" Target="/ppt/slides/slide28.xml" Id="R9198b61c698a4abc" /><Relationship Type="http://schemas.openxmlformats.org/officeDocument/2006/relationships/slide" Target="/ppt/slides/slide29.xml" Id="Ra2bd0004be4f467a" /><Relationship Type="http://schemas.openxmlformats.org/officeDocument/2006/relationships/slide" Target="/ppt/slides/slide30.xml" Id="R0af55935d39e4c3b" /><Relationship Type="http://schemas.openxmlformats.org/officeDocument/2006/relationships/slide" Target="/ppt/slides/slide31.xml" Id="Rf9d86b4fed0c40d0" /><Relationship Type="http://schemas.openxmlformats.org/officeDocument/2006/relationships/slide" Target="/ppt/slides/slide32.xml" Id="Rdce9326b89904d4d" /><Relationship Type="http://schemas.openxmlformats.org/officeDocument/2006/relationships/slide" Target="/ppt/slides/slide33.xml" Id="Rcdc4fc609ebb451f" /><Relationship Type="http://schemas.openxmlformats.org/officeDocument/2006/relationships/slide" Target="/ppt/slides/slide34.xml" Id="R376c08c5eafe4fcd" /><Relationship Type="http://schemas.openxmlformats.org/officeDocument/2006/relationships/slide" Target="/ppt/slides/slide35.xml" Id="Re41b6798659c45be" /><Relationship Type="http://schemas.openxmlformats.org/officeDocument/2006/relationships/slide" Target="/ppt/slides/slide36.xml" Id="R3ca8b0c1e0fd46ae" /><Relationship Type="http://schemas.openxmlformats.org/officeDocument/2006/relationships/slide" Target="/ppt/slides/slide37.xml" Id="Rd6dfdfb516554208" /><Relationship Type="http://schemas.openxmlformats.org/officeDocument/2006/relationships/slide" Target="/ppt/slides/slide38.xml" Id="R3c461512936b40d5" /><Relationship Type="http://schemas.openxmlformats.org/officeDocument/2006/relationships/slide" Target="/ppt/slides/slide39.xml" Id="Rd3379c0f338548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4e3e60d93f46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4292e6ec02420e" /><Relationship Type="http://schemas.openxmlformats.org/officeDocument/2006/relationships/notesMaster" Target="/ppt/notesMasters/notesMaster1.xml" Id="R45a08bb7e27148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531952a81f4702" /><Relationship Type="http://schemas.openxmlformats.org/officeDocument/2006/relationships/notesMaster" Target="/ppt/notesMasters/notesMaster1.xml" Id="R6511a89f126540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1931603d4e40d0" /><Relationship Type="http://schemas.openxmlformats.org/officeDocument/2006/relationships/notesMaster" Target="/ppt/notesMasters/notesMaster1.xml" Id="R04920cac7e6a4a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8ae1e1f18b4f02" /><Relationship Type="http://schemas.openxmlformats.org/officeDocument/2006/relationships/notesMaster" Target="/ppt/notesMasters/notesMaster1.xml" Id="R9245508705184b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875a6814da4ed4" /><Relationship Type="http://schemas.openxmlformats.org/officeDocument/2006/relationships/notesMaster" Target="/ppt/notesMasters/notesMaster1.xml" Id="R589ab67d3b124f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729e69472e4dc6" /><Relationship Type="http://schemas.openxmlformats.org/officeDocument/2006/relationships/notesMaster" Target="/ppt/notesMasters/notesMaster1.xml" Id="Ref86322c1b8c44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ab9d6d8b694bf0" /><Relationship Type="http://schemas.openxmlformats.org/officeDocument/2006/relationships/notesMaster" Target="/ppt/notesMasters/notesMaster1.xml" Id="Rddaa9070d7d04b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e3dab170b04e4c" /><Relationship Type="http://schemas.openxmlformats.org/officeDocument/2006/relationships/notesMaster" Target="/ppt/notesMasters/notesMaster1.xml" Id="Rae89a9eb6ac049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14313748434440" /><Relationship Type="http://schemas.openxmlformats.org/officeDocument/2006/relationships/notesMaster" Target="/ppt/notesMasters/notesMaster1.xml" Id="Rb1eb40cb147045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62b8f8d43b4f1f" /><Relationship Type="http://schemas.openxmlformats.org/officeDocument/2006/relationships/notesMaster" Target="/ppt/notesMasters/notesMaster1.xml" Id="R458fb09238424c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939686b17d4b1b" /><Relationship Type="http://schemas.openxmlformats.org/officeDocument/2006/relationships/notesMaster" Target="/ppt/notesMasters/notesMaster1.xml" Id="Rc581e156a0fc40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8ea268a69f4842" /><Relationship Type="http://schemas.openxmlformats.org/officeDocument/2006/relationships/notesMaster" Target="/ppt/notesMasters/notesMaster1.xml" Id="R18da3a75406645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dc4f58ebf54c39" /><Relationship Type="http://schemas.openxmlformats.org/officeDocument/2006/relationships/notesMaster" Target="/ppt/notesMasters/notesMaster1.xml" Id="R1d917a2dd96646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be2bbb46e1400d" /><Relationship Type="http://schemas.openxmlformats.org/officeDocument/2006/relationships/notesMaster" Target="/ppt/notesMasters/notesMaster1.xml" Id="Rb4a38ac5fe9248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ecd2fe97264b6e" /><Relationship Type="http://schemas.openxmlformats.org/officeDocument/2006/relationships/notesMaster" Target="/ppt/notesMasters/notesMaster1.xml" Id="R6816ca4afbd64d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a2792f8be846dc" /><Relationship Type="http://schemas.openxmlformats.org/officeDocument/2006/relationships/notesMaster" Target="/ppt/notesMasters/notesMaster1.xml" Id="R83c281aaa4724c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f345c693724365" /><Relationship Type="http://schemas.openxmlformats.org/officeDocument/2006/relationships/notesMaster" Target="/ppt/notesMasters/notesMaster1.xml" Id="R465194a46a9048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370b7f81a048ea" /><Relationship Type="http://schemas.openxmlformats.org/officeDocument/2006/relationships/notesMaster" Target="/ppt/notesMasters/notesMaster1.xml" Id="R6ead11f5c958441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7f92a914fc4fce" /><Relationship Type="http://schemas.openxmlformats.org/officeDocument/2006/relationships/notesMaster" Target="/ppt/notesMasters/notesMaster1.xml" Id="R3d87980410ce42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ceac962ae9486d" /><Relationship Type="http://schemas.openxmlformats.org/officeDocument/2006/relationships/notesMaster" Target="/ppt/notesMasters/notesMaster1.xml" Id="R576af69ded554f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97b0d79e684969" /><Relationship Type="http://schemas.openxmlformats.org/officeDocument/2006/relationships/notesMaster" Target="/ppt/notesMasters/notesMaster1.xml" Id="R413ef86fc9374ab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317aff57a4f4cef" /><Relationship Type="http://schemas.openxmlformats.org/officeDocument/2006/relationships/notesMaster" Target="/ppt/notesMasters/notesMaster1.xml" Id="R7de42b54c6074da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cd87f25aa140d1" /><Relationship Type="http://schemas.openxmlformats.org/officeDocument/2006/relationships/notesMaster" Target="/ppt/notesMasters/notesMaster1.xml" Id="R9166aa79700c47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0b6a59e91b4e07" /><Relationship Type="http://schemas.openxmlformats.org/officeDocument/2006/relationships/notesMaster" Target="/ppt/notesMasters/notesMaster1.xml" Id="R6630b8099535426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1d602ee26e4ce8" /><Relationship Type="http://schemas.openxmlformats.org/officeDocument/2006/relationships/notesMaster" Target="/ppt/notesMasters/notesMaster1.xml" Id="R3b212002b9bc404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b581fdcad24180" /><Relationship Type="http://schemas.openxmlformats.org/officeDocument/2006/relationships/notesMaster" Target="/ppt/notesMasters/notesMaster1.xml" Id="R04b7f045497948d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ee8bac9bf7477a" /><Relationship Type="http://schemas.openxmlformats.org/officeDocument/2006/relationships/notesMaster" Target="/ppt/notesMasters/notesMaster1.xml" Id="Rf78141a4ce52483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ade81bc28c4895" /><Relationship Type="http://schemas.openxmlformats.org/officeDocument/2006/relationships/notesMaster" Target="/ppt/notesMasters/notesMaster1.xml" Id="R5309ce3cc7ea48b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eb83c9b2a14354" /><Relationship Type="http://schemas.openxmlformats.org/officeDocument/2006/relationships/notesMaster" Target="/ppt/notesMasters/notesMaster1.xml" Id="Rc5253dde8cb8476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6a2ec2d27454fc8" /><Relationship Type="http://schemas.openxmlformats.org/officeDocument/2006/relationships/notesMaster" Target="/ppt/notesMasters/notesMaster1.xml" Id="R0615d66d9274462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4cb98c0fc644232" /><Relationship Type="http://schemas.openxmlformats.org/officeDocument/2006/relationships/notesMaster" Target="/ppt/notesMasters/notesMaster1.xml" Id="R7afb560d11e94a7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cd349792164e56" /><Relationship Type="http://schemas.openxmlformats.org/officeDocument/2006/relationships/notesMaster" Target="/ppt/notesMasters/notesMaster1.xml" Id="Rb7613d0f28324bc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38e09f54a484aae" /><Relationship Type="http://schemas.openxmlformats.org/officeDocument/2006/relationships/notesMaster" Target="/ppt/notesMasters/notesMaster1.xml" Id="Rbc9d2bdf2b8f420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81d6a2069984d1b" /><Relationship Type="http://schemas.openxmlformats.org/officeDocument/2006/relationships/notesMaster" Target="/ppt/notesMasters/notesMaster1.xml" Id="Rae88be519027466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b3885b68ec5430c" /><Relationship Type="http://schemas.openxmlformats.org/officeDocument/2006/relationships/notesMaster" Target="/ppt/notesMasters/notesMaster1.xml" Id="Rf9d36d95ec71418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bcfe29a4d2d4554" /><Relationship Type="http://schemas.openxmlformats.org/officeDocument/2006/relationships/notesMaster" Target="/ppt/notesMasters/notesMaster1.xml" Id="R57417ade9d444e5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20d4943deaf479d" /><Relationship Type="http://schemas.openxmlformats.org/officeDocument/2006/relationships/notesMaster" Target="/ppt/notesMasters/notesMaster1.xml" Id="R4ea4b48c67dc466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6e33877142a406f" /><Relationship Type="http://schemas.openxmlformats.org/officeDocument/2006/relationships/notesMaster" Target="/ppt/notesMasters/notesMaster1.xml" Id="R8613e943205e49c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a7068b79e2c40d1" /><Relationship Type="http://schemas.openxmlformats.org/officeDocument/2006/relationships/notesMaster" Target="/ppt/notesMasters/notesMaster1.xml" Id="R7a61c35cf8fb49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90e51817848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372bf450f04d6f" /><Relationship Type="http://schemas.openxmlformats.org/officeDocument/2006/relationships/slideLayout" Target="/ppt/slideLayouts/slideLayout1.xml" Id="R9494a3b2125946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94a3b2125946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8cc7c640b4daf" /><Relationship Type="http://schemas.openxmlformats.org/officeDocument/2006/relationships/notesSlide" Target="/ppt/notesSlides/notesSlide1.xml" Id="R97b06be03db347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a91fb693540f5" /><Relationship Type="http://schemas.openxmlformats.org/officeDocument/2006/relationships/notesSlide" Target="/ppt/notesSlides/notesSlide2.xml" Id="Rab8e0fb97bd44c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9958eca454483" /><Relationship Type="http://schemas.openxmlformats.org/officeDocument/2006/relationships/notesSlide" Target="/ppt/notesSlides/notesSlide3.xml" Id="R8aeb9687178344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d8a5d021546f2" /><Relationship Type="http://schemas.openxmlformats.org/officeDocument/2006/relationships/notesSlide" Target="/ppt/notesSlides/notesSlide4.xml" Id="Re78add2ec28a40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d688e7e664404" /><Relationship Type="http://schemas.openxmlformats.org/officeDocument/2006/relationships/notesSlide" Target="/ppt/notesSlides/notesSlide5.xml" Id="R36c955025e154a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c04e82f944823" /><Relationship Type="http://schemas.openxmlformats.org/officeDocument/2006/relationships/notesSlide" Target="/ppt/notesSlides/notesSlide6.xml" Id="Re20e7af738294e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7d5777af84aa4" /><Relationship Type="http://schemas.openxmlformats.org/officeDocument/2006/relationships/notesSlide" Target="/ppt/notesSlides/notesSlide7.xml" Id="R47c5e3377af840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f67c214c84484" /><Relationship Type="http://schemas.openxmlformats.org/officeDocument/2006/relationships/notesSlide" Target="/ppt/notesSlides/notesSlide8.xml" Id="R34889c27eb7141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7e89e63364a8c" /><Relationship Type="http://schemas.openxmlformats.org/officeDocument/2006/relationships/notesSlide" Target="/ppt/notesSlides/notesSlide9.xml" Id="R097c2bbabb0c46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a571bf1be4e7e" /><Relationship Type="http://schemas.openxmlformats.org/officeDocument/2006/relationships/notesSlide" Target="/ppt/notesSlides/notesSlide10.xml" Id="R3b1864e709fd49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631db2a7a4533" /><Relationship Type="http://schemas.openxmlformats.org/officeDocument/2006/relationships/notesSlide" Target="/ppt/notesSlides/notesSlide11.xml" Id="R5a1352bfca9949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7544cfb1243de" /><Relationship Type="http://schemas.openxmlformats.org/officeDocument/2006/relationships/notesSlide" Target="/ppt/notesSlides/notesSlide12.xml" Id="R5a33a928a90444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915402fd242ce" /><Relationship Type="http://schemas.openxmlformats.org/officeDocument/2006/relationships/notesSlide" Target="/ppt/notesSlides/notesSlide13.xml" Id="R966a3a8fd0f442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8a3c8139a4ff0" /><Relationship Type="http://schemas.openxmlformats.org/officeDocument/2006/relationships/notesSlide" Target="/ppt/notesSlides/notesSlide14.xml" Id="Rd15e4edad1c44b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c14ce72844986" /><Relationship Type="http://schemas.openxmlformats.org/officeDocument/2006/relationships/notesSlide" Target="/ppt/notesSlides/notesSlide15.xml" Id="R2404c996076140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daa47512a4d05" /><Relationship Type="http://schemas.openxmlformats.org/officeDocument/2006/relationships/notesSlide" Target="/ppt/notesSlides/notesSlide16.xml" Id="R8901d2c27b7a41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aab75118346f4" /><Relationship Type="http://schemas.openxmlformats.org/officeDocument/2006/relationships/notesSlide" Target="/ppt/notesSlides/notesSlide17.xml" Id="R60e8f76b9ac64a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dd6d8bd6b4a0e" /><Relationship Type="http://schemas.openxmlformats.org/officeDocument/2006/relationships/notesSlide" Target="/ppt/notesSlides/notesSlide18.xml" Id="Reddc197f8b6648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971799d754ea3" /><Relationship Type="http://schemas.openxmlformats.org/officeDocument/2006/relationships/notesSlide" Target="/ppt/notesSlides/notesSlide19.xml" Id="Re00a1cb6cfe94a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d5c4b4f91435c" /><Relationship Type="http://schemas.openxmlformats.org/officeDocument/2006/relationships/notesSlide" Target="/ppt/notesSlides/notesSlide20.xml" Id="R7d37bffbff7a4f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0870549984df6" /><Relationship Type="http://schemas.openxmlformats.org/officeDocument/2006/relationships/notesSlide" Target="/ppt/notesSlides/notesSlide21.xml" Id="R00c7a908eac543c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078312d564c4d" /><Relationship Type="http://schemas.openxmlformats.org/officeDocument/2006/relationships/notesSlide" Target="/ppt/notesSlides/notesSlide22.xml" Id="Rd8f015ee50a841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59ceeb412441f" /><Relationship Type="http://schemas.openxmlformats.org/officeDocument/2006/relationships/notesSlide" Target="/ppt/notesSlides/notesSlide23.xml" Id="Rf5bfbbf2f7ad41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428c00f7d4bdf" /><Relationship Type="http://schemas.openxmlformats.org/officeDocument/2006/relationships/notesSlide" Target="/ppt/notesSlides/notesSlide24.xml" Id="R6475ca1bccbb4b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027714a024e69" /><Relationship Type="http://schemas.openxmlformats.org/officeDocument/2006/relationships/notesSlide" Target="/ppt/notesSlides/notesSlide25.xml" Id="R74f9328dd7d543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eb1cfae02436b" /><Relationship Type="http://schemas.openxmlformats.org/officeDocument/2006/relationships/notesSlide" Target="/ppt/notesSlides/notesSlide26.xml" Id="R968b7501983d40d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c3ba409c34f99" /><Relationship Type="http://schemas.openxmlformats.org/officeDocument/2006/relationships/notesSlide" Target="/ppt/notesSlides/notesSlide27.xml" Id="R148346854c574c6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6cbf333104d84" /><Relationship Type="http://schemas.openxmlformats.org/officeDocument/2006/relationships/notesSlide" Target="/ppt/notesSlides/notesSlide28.xml" Id="R6364a631290f490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44f3eee234e5d" /><Relationship Type="http://schemas.openxmlformats.org/officeDocument/2006/relationships/notesSlide" Target="/ppt/notesSlides/notesSlide29.xml" Id="Rf33d82ade3fd4f2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8c13f8b974dc0" /><Relationship Type="http://schemas.openxmlformats.org/officeDocument/2006/relationships/notesSlide" Target="/ppt/notesSlides/notesSlide30.xml" Id="Reffc868ea2e640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a8c0e622642c6" /><Relationship Type="http://schemas.openxmlformats.org/officeDocument/2006/relationships/notesSlide" Target="/ppt/notesSlides/notesSlide31.xml" Id="R591460c77ddc4f0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0382aeadb43cf" /><Relationship Type="http://schemas.openxmlformats.org/officeDocument/2006/relationships/notesSlide" Target="/ppt/notesSlides/notesSlide32.xml" Id="Rf787733e1d824b6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e92b28f714f0b" /><Relationship Type="http://schemas.openxmlformats.org/officeDocument/2006/relationships/notesSlide" Target="/ppt/notesSlides/notesSlide33.xml" Id="R840c8fe527814bf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0837609674053" /><Relationship Type="http://schemas.openxmlformats.org/officeDocument/2006/relationships/notesSlide" Target="/ppt/notesSlides/notesSlide34.xml" Id="R7540c2eefb23431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12c7a86e548b4" /><Relationship Type="http://schemas.openxmlformats.org/officeDocument/2006/relationships/notesSlide" Target="/ppt/notesSlides/notesSlide35.xml" Id="R1e3fad4325e7485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6d92d83cc4a18" /><Relationship Type="http://schemas.openxmlformats.org/officeDocument/2006/relationships/notesSlide" Target="/ppt/notesSlides/notesSlide36.xml" Id="Rdbbbcd783da746d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4f2563c934c97" /><Relationship Type="http://schemas.openxmlformats.org/officeDocument/2006/relationships/notesSlide" Target="/ppt/notesSlides/notesSlide37.xml" Id="R9aa78faa92af470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f55823307486b" /><Relationship Type="http://schemas.openxmlformats.org/officeDocument/2006/relationships/notesSlide" Target="/ppt/notesSlides/notesSlide38.xml" Id="Raa470237500c4f9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6909f1c544d40" /><Relationship Type="http://schemas.openxmlformats.org/officeDocument/2006/relationships/notesSlide" Target="/ppt/notesSlides/notesSlide39.xml" Id="R367b7e22bee04d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E806FC-41A4-41FA-92E2-999858E2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Variabel dan tipe data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291507-AB32-42F4-9704-EC59A6C9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Variabel memberi nama pada nilai yang kita simpan dan olah.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5858688-03C9-4C59-B3D4-91A47CFA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types-head-bg">
            <a:extLst xmlns:a="http://schemas.openxmlformats.org/drawingml/2006/main">
              <a:ext uri="{FF2B5EF4-FFF2-40B4-BE49-F238E27FC236}">
                <a16:creationId xmlns:a16="http://schemas.microsoft.com/office/drawing/2014/main" id="{B9A6BE7A-984F-408E-ADCE-BF844D00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38438"/>
            <a:ext cx="9715500" cy="52387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types-r0-c0">
            <a:extLst xmlns:a="http://schemas.openxmlformats.org/drawingml/2006/main">
              <a:ext uri="{FF2B5EF4-FFF2-40B4-BE49-F238E27FC236}">
                <a16:creationId xmlns:a16="http://schemas.microsoft.com/office/drawing/2014/main" id="{4252885E-12B2-45AA-A6AE-D47114F0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43213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Tipe</a:t>
            </a:r>
          </a:p>
        </p:txBody>
      </p:sp>
      <p:sp>
        <p:nvSpPr>
          <p:cNvPr id="6" name="types-r0-c1">
            <a:extLst xmlns:a="http://schemas.openxmlformats.org/drawingml/2006/main">
              <a:ext uri="{FF2B5EF4-FFF2-40B4-BE49-F238E27FC236}">
                <a16:creationId xmlns:a16="http://schemas.microsoft.com/office/drawing/2014/main" id="{38971F71-5EC7-4B1D-BA05-12588CF8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43213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Contoh</a:t>
            </a:r>
          </a:p>
        </p:txBody>
      </p:sp>
      <p:sp>
        <p:nvSpPr>
          <p:cNvPr id="7" name="types-v0-1">
            <a:extLst xmlns:a="http://schemas.openxmlformats.org/drawingml/2006/main">
              <a:ext uri="{FF2B5EF4-FFF2-40B4-BE49-F238E27FC236}">
                <a16:creationId xmlns:a16="http://schemas.microsoft.com/office/drawing/2014/main" id="{C74289C7-AF66-4918-BA22-3556FA54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669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types-r0-c2">
            <a:extLst xmlns:a="http://schemas.openxmlformats.org/drawingml/2006/main">
              <a:ext uri="{FF2B5EF4-FFF2-40B4-BE49-F238E27FC236}">
                <a16:creationId xmlns:a16="http://schemas.microsoft.com/office/drawing/2014/main" id="{148E00B2-CA33-443C-95CF-1F3ECD7B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43213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Kegunaan dalam data</a:t>
            </a:r>
          </a:p>
        </p:txBody>
      </p:sp>
      <p:sp>
        <p:nvSpPr>
          <p:cNvPr id="9" name="types-v0-2">
            <a:extLst xmlns:a="http://schemas.openxmlformats.org/drawingml/2006/main">
              <a:ext uri="{FF2B5EF4-FFF2-40B4-BE49-F238E27FC236}">
                <a16:creationId xmlns:a16="http://schemas.microsoft.com/office/drawing/2014/main" id="{3A3A4502-08BC-4DB4-B00E-ED9F6072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669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types-r1-c0">
            <a:extLst xmlns:a="http://schemas.openxmlformats.org/drawingml/2006/main">
              <a:ext uri="{FF2B5EF4-FFF2-40B4-BE49-F238E27FC236}">
                <a16:creationId xmlns:a16="http://schemas.microsoft.com/office/drawing/2014/main" id="{4B78944F-D45D-46EF-9D1F-0004E89B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67088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int</a:t>
            </a:r>
          </a:p>
        </p:txBody>
      </p:sp>
      <p:sp>
        <p:nvSpPr>
          <p:cNvPr id="11" name="types-r1-c1">
            <a:extLst xmlns:a="http://schemas.openxmlformats.org/drawingml/2006/main">
              <a:ext uri="{FF2B5EF4-FFF2-40B4-BE49-F238E27FC236}">
                <a16:creationId xmlns:a16="http://schemas.microsoft.com/office/drawing/2014/main" id="{87578C1A-9C29-49FC-85FE-D0C19D2B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67088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12" name="types-v1-1">
            <a:extLst xmlns:a="http://schemas.openxmlformats.org/drawingml/2006/main">
              <a:ext uri="{FF2B5EF4-FFF2-40B4-BE49-F238E27FC236}">
                <a16:creationId xmlns:a16="http://schemas.microsoft.com/office/drawing/2014/main" id="{405FC95F-4BF9-4FF1-8542-390F33AC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types-r1-c2">
            <a:extLst xmlns:a="http://schemas.openxmlformats.org/drawingml/2006/main">
              <a:ext uri="{FF2B5EF4-FFF2-40B4-BE49-F238E27FC236}">
                <a16:creationId xmlns:a16="http://schemas.microsoft.com/office/drawing/2014/main" id="{921BAF13-1C95-4679-A9F4-B82958D0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67088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barang atau peserta</a:t>
            </a:r>
          </a:p>
        </p:txBody>
      </p:sp>
      <p:sp>
        <p:nvSpPr>
          <p:cNvPr id="14" name="types-v1-2">
            <a:extLst xmlns:a="http://schemas.openxmlformats.org/drawingml/2006/main">
              <a:ext uri="{FF2B5EF4-FFF2-40B4-BE49-F238E27FC236}">
                <a16:creationId xmlns:a16="http://schemas.microsoft.com/office/drawing/2014/main" id="{415C9F38-6CAA-418B-8775-DC083CDD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908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types-h1">
            <a:extLst xmlns:a="http://schemas.openxmlformats.org/drawingml/2006/main">
              <a:ext uri="{FF2B5EF4-FFF2-40B4-BE49-F238E27FC236}">
                <a16:creationId xmlns:a16="http://schemas.microsoft.com/office/drawing/2014/main" id="{801BCE6E-C720-4E91-8CCE-F6EAD14B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types-band-2">
            <a:extLst xmlns:a="http://schemas.openxmlformats.org/drawingml/2006/main">
              <a:ext uri="{FF2B5EF4-FFF2-40B4-BE49-F238E27FC236}">
                <a16:creationId xmlns:a16="http://schemas.microsoft.com/office/drawing/2014/main" id="{AF2060DF-FF8E-4382-8F0E-7385BC3C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86188"/>
            <a:ext cx="971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ypes-r2-c0">
            <a:extLst xmlns:a="http://schemas.openxmlformats.org/drawingml/2006/main">
              <a:ext uri="{FF2B5EF4-FFF2-40B4-BE49-F238E27FC236}">
                <a16:creationId xmlns:a16="http://schemas.microsoft.com/office/drawing/2014/main" id="{82A002B5-E3A1-4191-B9F1-E657059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90963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float</a:t>
            </a:r>
          </a:p>
        </p:txBody>
      </p:sp>
      <p:sp>
        <p:nvSpPr>
          <p:cNvPr id="18" name="types-r2-c1">
            <a:extLst xmlns:a="http://schemas.openxmlformats.org/drawingml/2006/main">
              <a:ext uri="{FF2B5EF4-FFF2-40B4-BE49-F238E27FC236}">
                <a16:creationId xmlns:a16="http://schemas.microsoft.com/office/drawing/2014/main" id="{4E19684D-BCC2-462F-A92D-0DA9B427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90963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0.35</a:t>
            </a:r>
          </a:p>
        </p:txBody>
      </p:sp>
      <p:sp>
        <p:nvSpPr>
          <p:cNvPr id="19" name="types-v2-1">
            <a:extLst xmlns:a="http://schemas.openxmlformats.org/drawingml/2006/main">
              <a:ext uri="{FF2B5EF4-FFF2-40B4-BE49-F238E27FC236}">
                <a16:creationId xmlns:a16="http://schemas.microsoft.com/office/drawing/2014/main" id="{6A4808A4-97C2-46A8-B418-DFC68E45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1472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types-r2-c2">
            <a:extLst xmlns:a="http://schemas.openxmlformats.org/drawingml/2006/main">
              <a:ext uri="{FF2B5EF4-FFF2-40B4-BE49-F238E27FC236}">
                <a16:creationId xmlns:a16="http://schemas.microsoft.com/office/drawing/2014/main" id="{869D55AB-098B-4EE0-AD96-AE3CD985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90963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Berat atau hasil rata-rata</a:t>
            </a:r>
          </a:p>
        </p:txBody>
      </p:sp>
      <p:sp>
        <p:nvSpPr>
          <p:cNvPr id="21" name="types-v2-2">
            <a:extLst xmlns:a="http://schemas.openxmlformats.org/drawingml/2006/main">
              <a:ext uri="{FF2B5EF4-FFF2-40B4-BE49-F238E27FC236}">
                <a16:creationId xmlns:a16="http://schemas.microsoft.com/office/drawing/2014/main" id="{42D1F27D-67E0-4613-8A6F-9BF97714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1472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types-h2">
            <a:extLst xmlns:a="http://schemas.openxmlformats.org/drawingml/2006/main">
              <a:ext uri="{FF2B5EF4-FFF2-40B4-BE49-F238E27FC236}">
                <a16:creationId xmlns:a16="http://schemas.microsoft.com/office/drawing/2014/main" id="{9A1338FE-4680-4484-BE2E-D5C52F9F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types-r3-c0">
            <a:extLst xmlns:a="http://schemas.openxmlformats.org/drawingml/2006/main">
              <a:ext uri="{FF2B5EF4-FFF2-40B4-BE49-F238E27FC236}">
                <a16:creationId xmlns:a16="http://schemas.microsoft.com/office/drawing/2014/main" id="{1FA68DC8-FA73-4624-9A48-93C494FE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14838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str</a:t>
            </a:r>
          </a:p>
        </p:txBody>
      </p:sp>
      <p:sp>
        <p:nvSpPr>
          <p:cNvPr id="24" name="types-r3-c1">
            <a:extLst xmlns:a="http://schemas.openxmlformats.org/drawingml/2006/main">
              <a:ext uri="{FF2B5EF4-FFF2-40B4-BE49-F238E27FC236}">
                <a16:creationId xmlns:a16="http://schemas.microsoft.com/office/drawing/2014/main" id="{0E62493A-42B2-4765-B836-280EEB10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14838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"Jakarta"</a:t>
            </a:r>
          </a:p>
        </p:txBody>
      </p:sp>
      <p:sp>
        <p:nvSpPr>
          <p:cNvPr id="25" name="types-v3-1">
            <a:extLst xmlns:a="http://schemas.openxmlformats.org/drawingml/2006/main">
              <a:ext uri="{FF2B5EF4-FFF2-40B4-BE49-F238E27FC236}">
                <a16:creationId xmlns:a16="http://schemas.microsoft.com/office/drawing/2014/main" id="{A6664987-3EA8-4B14-A0B0-BACFE3A1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types-r3-c2">
            <a:extLst xmlns:a="http://schemas.openxmlformats.org/drawingml/2006/main">
              <a:ext uri="{FF2B5EF4-FFF2-40B4-BE49-F238E27FC236}">
                <a16:creationId xmlns:a16="http://schemas.microsoft.com/office/drawing/2014/main" id="{362E4626-BB25-42ED-A365-8F8F1CB7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14838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Nama cabang atau kategori</a:t>
            </a:r>
          </a:p>
        </p:txBody>
      </p:sp>
      <p:sp>
        <p:nvSpPr>
          <p:cNvPr id="27" name="types-v3-2">
            <a:extLst xmlns:a="http://schemas.openxmlformats.org/drawingml/2006/main">
              <a:ext uri="{FF2B5EF4-FFF2-40B4-BE49-F238E27FC236}">
                <a16:creationId xmlns:a16="http://schemas.microsoft.com/office/drawing/2014/main" id="{4E9BF993-8651-493E-8E9D-9115D4BB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386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types-h3">
            <a:extLst xmlns:a="http://schemas.openxmlformats.org/drawingml/2006/main">
              <a:ext uri="{FF2B5EF4-FFF2-40B4-BE49-F238E27FC236}">
                <a16:creationId xmlns:a16="http://schemas.microsoft.com/office/drawing/2014/main" id="{E49BB732-0351-485D-A2C1-8A0D2946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types-band-4">
            <a:extLst xmlns:a="http://schemas.openxmlformats.org/drawingml/2006/main">
              <a:ext uri="{FF2B5EF4-FFF2-40B4-BE49-F238E27FC236}">
                <a16:creationId xmlns:a16="http://schemas.microsoft.com/office/drawing/2014/main" id="{005B7A75-7886-4FD0-A8E7-0F78F5E7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3938"/>
            <a:ext cx="971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ypes-r4-c0">
            <a:extLst xmlns:a="http://schemas.openxmlformats.org/drawingml/2006/main">
              <a:ext uri="{FF2B5EF4-FFF2-40B4-BE49-F238E27FC236}">
                <a16:creationId xmlns:a16="http://schemas.microsoft.com/office/drawing/2014/main" id="{E872061D-7C20-4966-B302-27AA6E82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38713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bool</a:t>
            </a:r>
          </a:p>
        </p:txBody>
      </p:sp>
      <p:sp>
        <p:nvSpPr>
          <p:cNvPr id="31" name="types-r4-c1">
            <a:extLst xmlns:a="http://schemas.openxmlformats.org/drawingml/2006/main">
              <a:ext uri="{FF2B5EF4-FFF2-40B4-BE49-F238E27FC236}">
                <a16:creationId xmlns:a16="http://schemas.microsoft.com/office/drawing/2014/main" id="{B069A8EC-32B2-4949-B91A-CC39A411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38713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32" name="types-v4-1">
            <a:extLst xmlns:a="http://schemas.openxmlformats.org/drawingml/2006/main">
              <a:ext uri="{FF2B5EF4-FFF2-40B4-BE49-F238E27FC236}">
                <a16:creationId xmlns:a16="http://schemas.microsoft.com/office/drawing/2014/main" id="{AED30B8B-E463-4D47-8430-2BA2BCD7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624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types-r4-c2">
            <a:extLst xmlns:a="http://schemas.openxmlformats.org/drawingml/2006/main">
              <a:ext uri="{FF2B5EF4-FFF2-40B4-BE49-F238E27FC236}">
                <a16:creationId xmlns:a16="http://schemas.microsoft.com/office/drawing/2014/main" id="{5BB38F8D-7325-418A-8F54-5B4BBC53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38713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Status aktif atau hasil kondisi</a:t>
            </a:r>
          </a:p>
        </p:txBody>
      </p:sp>
      <p:sp>
        <p:nvSpPr>
          <p:cNvPr id="34" name="types-v4-2">
            <a:extLst xmlns:a="http://schemas.openxmlformats.org/drawingml/2006/main">
              <a:ext uri="{FF2B5EF4-FFF2-40B4-BE49-F238E27FC236}">
                <a16:creationId xmlns:a16="http://schemas.microsoft.com/office/drawing/2014/main" id="{64E36C6B-E51C-4B44-9782-29BEFB72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624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types-h4">
            <a:extLst xmlns:a="http://schemas.openxmlformats.org/drawingml/2006/main">
              <a:ext uri="{FF2B5EF4-FFF2-40B4-BE49-F238E27FC236}">
                <a16:creationId xmlns:a16="http://schemas.microsoft.com/office/drawing/2014/main" id="{2B514D91-6DE2-4B06-AED7-BFD4B56A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types-r5-c0">
            <a:extLst xmlns:a="http://schemas.openxmlformats.org/drawingml/2006/main">
              <a:ext uri="{FF2B5EF4-FFF2-40B4-BE49-F238E27FC236}">
                <a16:creationId xmlns:a16="http://schemas.microsoft.com/office/drawing/2014/main" id="{EA39799C-0ED9-4E22-A769-4FC4A559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62588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list</a:t>
            </a:r>
          </a:p>
        </p:txBody>
      </p:sp>
      <p:sp>
        <p:nvSpPr>
          <p:cNvPr id="37" name="types-r5-c1">
            <a:extLst xmlns:a="http://schemas.openxmlformats.org/drawingml/2006/main">
              <a:ext uri="{FF2B5EF4-FFF2-40B4-BE49-F238E27FC236}">
                <a16:creationId xmlns:a16="http://schemas.microsoft.com/office/drawing/2014/main" id="{7F231E1B-2777-42B7-B2DA-847BCD32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462588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[80, 75, 90]</a:t>
            </a:r>
          </a:p>
        </p:txBody>
      </p:sp>
      <p:sp>
        <p:nvSpPr>
          <p:cNvPr id="38" name="types-v5-1">
            <a:extLst xmlns:a="http://schemas.openxmlformats.org/drawingml/2006/main">
              <a:ext uri="{FF2B5EF4-FFF2-40B4-BE49-F238E27FC236}">
                <a16:creationId xmlns:a16="http://schemas.microsoft.com/office/drawing/2014/main" id="{1F00AF94-6F99-4E11-A513-C08BE39C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863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9" name="types-r5-c2">
            <a:extLst xmlns:a="http://schemas.openxmlformats.org/drawingml/2006/main">
              <a:ext uri="{FF2B5EF4-FFF2-40B4-BE49-F238E27FC236}">
                <a16:creationId xmlns:a16="http://schemas.microsoft.com/office/drawing/2014/main" id="{D4B7E125-7198-45D9-9CA2-FDC3EEF7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62588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Kumpulan nilai berurutan</a:t>
            </a:r>
          </a:p>
        </p:txBody>
      </p:sp>
      <p:sp>
        <p:nvSpPr>
          <p:cNvPr id="40" name="types-v5-2">
            <a:extLst xmlns:a="http://schemas.openxmlformats.org/drawingml/2006/main">
              <a:ext uri="{FF2B5EF4-FFF2-40B4-BE49-F238E27FC236}">
                <a16:creationId xmlns:a16="http://schemas.microsoft.com/office/drawing/2014/main" id="{5CD9E823-04AA-45F7-9C10-CF9806EC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863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types-h5">
            <a:extLst xmlns:a="http://schemas.openxmlformats.org/drawingml/2006/main">
              <a:ext uri="{FF2B5EF4-FFF2-40B4-BE49-F238E27FC236}">
                <a16:creationId xmlns:a16="http://schemas.microsoft.com/office/drawing/2014/main" id="{240548BE-1CDE-45D0-BBD4-F77B8B16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6095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0C75CE-EED4-4061-BEB1-69D5B64E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Statement, komentar, dan indentation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CF0D0B-DB83-4C72-A56D-CE55B09E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Statement dijalankan berurutan. Komentar memberi konteks, indentation membentuk blok.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7A7763F-17BC-441D-BADC-B459FECF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yntax-bg">
            <a:extLst xmlns:a="http://schemas.openxmlformats.org/drawingml/2006/main">
              <a:ext uri="{FF2B5EF4-FFF2-40B4-BE49-F238E27FC236}">
                <a16:creationId xmlns:a16="http://schemas.microsoft.com/office/drawing/2014/main" id="{9CD19B53-AA80-40D5-9653-87D001C1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05075"/>
            <a:ext cx="62865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syntax-text">
            <a:extLst xmlns:a="http://schemas.openxmlformats.org/drawingml/2006/main">
              <a:ext uri="{FF2B5EF4-FFF2-40B4-BE49-F238E27FC236}">
                <a16:creationId xmlns:a16="http://schemas.microsoft.com/office/drawing/2014/main" id="{6CA960D1-DC48-4601-A008-C4A1323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14625"/>
            <a:ext cx="58102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total = harga * jumlah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# proses pesanan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if stok &gt;= jumlah: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stok = stok - jumlah</a:t>
            </a:r>
          </a:p>
        </p:txBody>
      </p:sp>
      <p:sp>
        <p:nvSpPr>
          <p:cNvPr id="6" name="statement-panel">
            <a:extLst xmlns:a="http://schemas.openxmlformats.org/drawingml/2006/main">
              <a:ext uri="{FF2B5EF4-FFF2-40B4-BE49-F238E27FC236}">
                <a16:creationId xmlns:a16="http://schemas.microsoft.com/office/drawing/2014/main" id="{58334C54-046D-43C2-8373-857F6994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43175"/>
            <a:ext cx="32385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statement-head">
            <a:extLst xmlns:a="http://schemas.openxmlformats.org/drawingml/2006/main">
              <a:ext uri="{FF2B5EF4-FFF2-40B4-BE49-F238E27FC236}">
                <a16:creationId xmlns:a16="http://schemas.microsoft.com/office/drawing/2014/main" id="{88BA42A9-9282-46C8-8EDD-8CCEEFFC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765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Statement</a:t>
            </a:r>
          </a:p>
        </p:txBody>
      </p:sp>
      <p:sp>
        <p:nvSpPr>
          <p:cNvPr id="8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31A12A13-7C8F-43C6-B2B6-D0FCCDC6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289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total = harga * jumlah</a:t>
            </a:r>
          </a:p>
        </p:txBody>
      </p:sp>
      <p:sp>
        <p:nvSpPr>
          <p:cNvPr id="9" name="comment-panel">
            <a:extLst xmlns:a="http://schemas.openxmlformats.org/drawingml/2006/main">
              <a:ext uri="{FF2B5EF4-FFF2-40B4-BE49-F238E27FC236}">
                <a16:creationId xmlns:a16="http://schemas.microsoft.com/office/drawing/2014/main" id="{EBEFF27C-BABC-4DF4-81C1-4FD04812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3238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0" name="comment-head">
            <a:extLst xmlns:a="http://schemas.openxmlformats.org/drawingml/2006/main">
              <a:ext uri="{FF2B5EF4-FFF2-40B4-BE49-F238E27FC236}">
                <a16:creationId xmlns:a16="http://schemas.microsoft.com/office/drawing/2014/main" id="{0748DFED-B056-40C1-91AA-390E7278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195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Komentar</a:t>
            </a:r>
          </a:p>
        </p:txBody>
      </p:sp>
      <p:sp>
        <p:nvSpPr>
          <p:cNvPr id="11" name="comment-body">
            <a:extLst xmlns:a="http://schemas.openxmlformats.org/drawingml/2006/main">
              <a:ext uri="{FF2B5EF4-FFF2-40B4-BE49-F238E27FC236}">
                <a16:creationId xmlns:a16="http://schemas.microsoft.com/office/drawing/2014/main" id="{10F4E92C-6765-4025-B8E5-E03AB5D8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371975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yang diawali # tidak dijalankan.</a:t>
            </a:r>
          </a:p>
        </p:txBody>
      </p:sp>
      <p:sp>
        <p:nvSpPr>
          <p:cNvPr id="12" name="indent-note">
            <a:extLst xmlns:a="http://schemas.openxmlformats.org/drawingml/2006/main">
              <a:ext uri="{FF2B5EF4-FFF2-40B4-BE49-F238E27FC236}">
                <a16:creationId xmlns:a16="http://schemas.microsoft.com/office/drawing/2014/main" id="{26CD134C-E709-405E-8C4F-0E8E93C2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864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Indentation menentukan baris mana yang menjadi isi blok if.</a:t>
            </a:r>
          </a:p>
        </p:txBody>
      </p:sp>
    </p:spTree>
    <p:extLst>
      <p:ext uri="{BB962C8B-B14F-4D97-AF65-F5344CB8AC3E}">
        <p14:creationId xmlns:p14="http://schemas.microsoft.com/office/powerpoint/2010/main" val="1782665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C5DD1-38EB-491A-B4A0-EE71A956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Input, casting, dan output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74DA3A2-6736-4F20-9AB2-B7B902C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input() selalu menerima teks. Ubah tipe sebelum melakukan operasi numerik.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7BE989A-FDC6-4714-A364-3558AA73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flow-0">
            <a:extLst xmlns:a="http://schemas.openxmlformats.org/drawingml/2006/main">
              <a:ext uri="{FF2B5EF4-FFF2-40B4-BE49-F238E27FC236}">
                <a16:creationId xmlns:a16="http://schemas.microsoft.com/office/drawing/2014/main" id="{94AEAFD7-7335-498A-9794-57809650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9C438634-D8DA-4992-B4AC-104D2736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Masukan</a:t>
            </a:r>
          </a:p>
        </p:txBody>
      </p:sp>
      <p:sp>
        <p:nvSpPr>
          <p:cNvPr id="6" name="flow-copy-0">
            <a:extLst xmlns:a="http://schemas.openxmlformats.org/drawingml/2006/main">
              <a:ext uri="{FF2B5EF4-FFF2-40B4-BE49-F238E27FC236}">
                <a16:creationId xmlns:a16="http://schemas.microsoft.com/office/drawing/2014/main" id="{2A970AA2-6B19-4AA3-BED5-26F2D6A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90925"/>
            <a:ext cx="2047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input()</a:t>
            </a:r>
          </a:p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"3"</a:t>
            </a:r>
          </a:p>
        </p:txBody>
      </p:sp>
      <p:sp>
        <p:nvSpPr>
          <p:cNvPr id="7" name="flow-link-0">
            <a:extLst xmlns:a="http://schemas.openxmlformats.org/drawingml/2006/main">
              <a:ext uri="{FF2B5EF4-FFF2-40B4-BE49-F238E27FC236}">
                <a16:creationId xmlns:a16="http://schemas.microsoft.com/office/drawing/2014/main" id="{18A44326-377E-4ED2-B871-C4B8C432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8290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96B9B"/>
            </a:solidFill>
            <a:prstDash val="solid"/>
          </a:ln>
        </p:spPr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7F4E3B88-6595-40A7-9BBE-FC6D2FB8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47975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9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6108BF1-8680-4CD1-9399-D393D37B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Konversi</a:t>
            </a:r>
          </a:p>
        </p:txBody>
      </p:sp>
      <p:sp>
        <p:nvSpPr>
          <p:cNvPr id="10" name="flow-copy-1">
            <a:extLst xmlns:a="http://schemas.openxmlformats.org/drawingml/2006/main">
              <a:ext uri="{FF2B5EF4-FFF2-40B4-BE49-F238E27FC236}">
                <a16:creationId xmlns:a16="http://schemas.microsoft.com/office/drawing/2014/main" id="{F8456EAA-F0F5-499E-B9AB-32A63275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90925"/>
            <a:ext cx="2047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int("3")</a:t>
            </a:r>
          </a:p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3</a:t>
            </a:r>
          </a:p>
        </p:txBody>
      </p:sp>
      <p:sp>
        <p:nvSpPr>
          <p:cNvPr id="11" name="flow-link-1">
            <a:extLst xmlns:a="http://schemas.openxmlformats.org/drawingml/2006/main">
              <a:ext uri="{FF2B5EF4-FFF2-40B4-BE49-F238E27FC236}">
                <a16:creationId xmlns:a16="http://schemas.microsoft.com/office/drawing/2014/main" id="{D8BAA534-96C2-4E5D-B9F1-CE685FAC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290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96B9B"/>
            </a:solidFill>
            <a:prstDash val="solid"/>
          </a:ln>
        </p:spPr>
      </p:sp>
      <p:sp>
        <p:nvSpPr>
          <p:cNvPr id="12" name="flow-2">
            <a:extLst xmlns:a="http://schemas.openxmlformats.org/drawingml/2006/main">
              <a:ext uri="{FF2B5EF4-FFF2-40B4-BE49-F238E27FC236}">
                <a16:creationId xmlns:a16="http://schemas.microsoft.com/office/drawing/2014/main" id="{77CBD5BC-111D-46DC-BAD1-13DC93A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47975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3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31CCD19A-1315-41DF-8644-EC984B87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Perhitungan</a:t>
            </a:r>
          </a:p>
        </p:txBody>
      </p:sp>
      <p:sp>
        <p:nvSpPr>
          <p:cNvPr id="14" name="flow-copy-2">
            <a:extLst xmlns:a="http://schemas.openxmlformats.org/drawingml/2006/main">
              <a:ext uri="{FF2B5EF4-FFF2-40B4-BE49-F238E27FC236}">
                <a16:creationId xmlns:a16="http://schemas.microsoft.com/office/drawing/2014/main" id="{8386F5B1-CA37-4680-B730-73723EE4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90925"/>
            <a:ext cx="2047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3 × 0.35</a:t>
            </a:r>
          </a:p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1.05</a:t>
            </a:r>
          </a:p>
        </p:txBody>
      </p:sp>
      <p:sp>
        <p:nvSpPr>
          <p:cNvPr id="15" name="flow-link-2">
            <a:extLst xmlns:a="http://schemas.openxmlformats.org/drawingml/2006/main">
              <a:ext uri="{FF2B5EF4-FFF2-40B4-BE49-F238E27FC236}">
                <a16:creationId xmlns:a16="http://schemas.microsoft.com/office/drawing/2014/main" id="{06DB5B4D-4069-4C0F-889B-D226E375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290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96B9B"/>
            </a:solidFill>
            <a:prstDash val="solid"/>
          </a:ln>
        </p:spPr>
      </p:sp>
      <p:sp>
        <p:nvSpPr>
          <p:cNvPr id="16" name="flow-3">
            <a:extLst xmlns:a="http://schemas.openxmlformats.org/drawingml/2006/main">
              <a:ext uri="{FF2B5EF4-FFF2-40B4-BE49-F238E27FC236}">
                <a16:creationId xmlns:a16="http://schemas.microsoft.com/office/drawing/2014/main" id="{AD9267B9-508B-4C09-902F-3E5D8173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47975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7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DF44CD1E-79FF-46E2-A8E3-0A34AB4D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Keluaran</a:t>
            </a:r>
          </a:p>
        </p:txBody>
      </p:sp>
      <p:sp>
        <p:nvSpPr>
          <p:cNvPr id="18" name="flow-copy-3">
            <a:extLst xmlns:a="http://schemas.openxmlformats.org/drawingml/2006/main">
              <a:ext uri="{FF2B5EF4-FFF2-40B4-BE49-F238E27FC236}">
                <a16:creationId xmlns:a16="http://schemas.microsoft.com/office/drawing/2014/main" id="{08B69553-312E-42F1-923F-4EA8FA9E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90925"/>
            <a:ext cx="2047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print(...)</a:t>
            </a:r>
          </a:p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menampilkan hasil</a:t>
            </a:r>
          </a:p>
        </p:txBody>
      </p:sp>
      <p:sp>
        <p:nvSpPr>
          <p:cNvPr id="19" name="casting-detail">
            <a:extLst xmlns:a="http://schemas.openxmlformats.org/drawingml/2006/main">
              <a:ext uri="{FF2B5EF4-FFF2-40B4-BE49-F238E27FC236}">
                <a16:creationId xmlns:a16="http://schemas.microsoft.com/office/drawing/2014/main" id="{6BC65D40-85CA-4B93-A276-DBCEC8B4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int(3.8) menghasilkan 3. Konversi ini memotong bagian desimal, bukan membulatkan.</a:t>
            </a:r>
          </a:p>
        </p:txBody>
      </p:sp>
    </p:spTree>
    <p:extLst>
      <p:ext uri="{BB962C8B-B14F-4D97-AF65-F5344CB8AC3E}">
        <p14:creationId xmlns:p14="http://schemas.microsoft.com/office/powerpoint/2010/main" val="773946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D5E84A-10FB-40DE-BC45-D06C9A29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Operasi aritmatika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9A87A1-A13F-4AD4-B38E-75BE1C75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Operator dasar membantu menghitung total, selisih, harga, dan ukuran turunan.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002AE4D-1F81-46D1-8577-6237D2B0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arithmetic-head-bg">
            <a:extLst xmlns:a="http://schemas.openxmlformats.org/drawingml/2006/main">
              <a:ext uri="{FF2B5EF4-FFF2-40B4-BE49-F238E27FC236}">
                <a16:creationId xmlns:a16="http://schemas.microsoft.com/office/drawing/2014/main" id="{F109AE45-7B71-4FA9-BC08-5B5E53E7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47925"/>
            <a:ext cx="10191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arithmetic-r0-c0">
            <a:extLst xmlns:a="http://schemas.openxmlformats.org/drawingml/2006/main">
              <a:ext uri="{FF2B5EF4-FFF2-40B4-BE49-F238E27FC236}">
                <a16:creationId xmlns:a16="http://schemas.microsoft.com/office/drawing/2014/main" id="{4515C21A-92C3-4F98-83F3-D3EF33DC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Operator</a:t>
            </a:r>
          </a:p>
        </p:txBody>
      </p:sp>
      <p:sp>
        <p:nvSpPr>
          <p:cNvPr id="6" name="arithmetic-r0-c1">
            <a:extLst xmlns:a="http://schemas.openxmlformats.org/drawingml/2006/main">
              <a:ext uri="{FF2B5EF4-FFF2-40B4-BE49-F238E27FC236}">
                <a16:creationId xmlns:a16="http://schemas.microsoft.com/office/drawing/2014/main" id="{FC0A6635-B042-4376-8A02-BB3E19A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527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Contoh</a:t>
            </a:r>
          </a:p>
        </p:txBody>
      </p:sp>
      <p:sp>
        <p:nvSpPr>
          <p:cNvPr id="7" name="arithmetic-v0-1">
            <a:extLst xmlns:a="http://schemas.openxmlformats.org/drawingml/2006/main">
              <a:ext uri="{FF2B5EF4-FFF2-40B4-BE49-F238E27FC236}">
                <a16:creationId xmlns:a16="http://schemas.microsoft.com/office/drawing/2014/main" id="{7D91DC45-FBA1-44F9-9D12-589A6B74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622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arithmetic-r0-c2">
            <a:extLst xmlns:a="http://schemas.openxmlformats.org/drawingml/2006/main">
              <a:ext uri="{FF2B5EF4-FFF2-40B4-BE49-F238E27FC236}">
                <a16:creationId xmlns:a16="http://schemas.microsoft.com/office/drawing/2014/main" id="{C9188C2C-8B5C-48B0-8146-4C195D3D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5270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Hasil</a:t>
            </a:r>
          </a:p>
        </p:txBody>
      </p:sp>
      <p:sp>
        <p:nvSpPr>
          <p:cNvPr id="9" name="arithmetic-v0-2">
            <a:extLst xmlns:a="http://schemas.openxmlformats.org/drawingml/2006/main">
              <a:ext uri="{FF2B5EF4-FFF2-40B4-BE49-F238E27FC236}">
                <a16:creationId xmlns:a16="http://schemas.microsoft.com/office/drawing/2014/main" id="{81250DA7-047A-4D7D-8BAD-ECE5A7A8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622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arithmetic-r1-c0">
            <a:extLst xmlns:a="http://schemas.openxmlformats.org/drawingml/2006/main">
              <a:ext uri="{FF2B5EF4-FFF2-40B4-BE49-F238E27FC236}">
                <a16:creationId xmlns:a16="http://schemas.microsoft.com/office/drawing/2014/main" id="{073BDDB8-320D-4B10-AD8A-3BC5D23F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+</a:t>
            </a:r>
          </a:p>
        </p:txBody>
      </p:sp>
      <p:sp>
        <p:nvSpPr>
          <p:cNvPr id="11" name="arithmetic-r1-c1">
            <a:extLst xmlns:a="http://schemas.openxmlformats.org/drawingml/2006/main">
              <a:ext uri="{FF2B5EF4-FFF2-40B4-BE49-F238E27FC236}">
                <a16:creationId xmlns:a16="http://schemas.microsoft.com/office/drawing/2014/main" id="{E67ED56A-5E5F-42D6-8F79-B6C58A99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670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 + 3</a:t>
            </a:r>
          </a:p>
        </p:txBody>
      </p:sp>
      <p:sp>
        <p:nvSpPr>
          <p:cNvPr id="12" name="arithmetic-v1-1">
            <a:extLst xmlns:a="http://schemas.openxmlformats.org/drawingml/2006/main">
              <a:ext uri="{FF2B5EF4-FFF2-40B4-BE49-F238E27FC236}">
                <a16:creationId xmlns:a16="http://schemas.microsoft.com/office/drawing/2014/main" id="{1ABDB11D-84CB-4F94-98B0-6213427F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765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arithmetic-r1-c2">
            <a:extLst xmlns:a="http://schemas.openxmlformats.org/drawingml/2006/main">
              <a:ext uri="{FF2B5EF4-FFF2-40B4-BE49-F238E27FC236}">
                <a16:creationId xmlns:a16="http://schemas.microsoft.com/office/drawing/2014/main" id="{D4C38C9E-6AB0-4CC6-B748-A133D7C0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6705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13</a:t>
            </a:r>
          </a:p>
        </p:txBody>
      </p:sp>
      <p:sp>
        <p:nvSpPr>
          <p:cNvPr id="14" name="arithmetic-v1-2">
            <a:extLst xmlns:a="http://schemas.openxmlformats.org/drawingml/2006/main">
              <a:ext uri="{FF2B5EF4-FFF2-40B4-BE49-F238E27FC236}">
                <a16:creationId xmlns:a16="http://schemas.microsoft.com/office/drawing/2014/main" id="{0B4F54DE-A61C-47CA-9757-BC06DB7C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765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arithmetic-h1">
            <a:extLst xmlns:a="http://schemas.openxmlformats.org/drawingml/2006/main">
              <a:ext uri="{FF2B5EF4-FFF2-40B4-BE49-F238E27FC236}">
                <a16:creationId xmlns:a16="http://schemas.microsoft.com/office/drawing/2014/main" id="{58A8C168-CFB9-49CD-B54D-64821AA5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384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arithmetic-band-2">
            <a:extLst xmlns:a="http://schemas.openxmlformats.org/drawingml/2006/main">
              <a:ext uri="{FF2B5EF4-FFF2-40B4-BE49-F238E27FC236}">
                <a16:creationId xmlns:a16="http://schemas.microsoft.com/office/drawing/2014/main" id="{1357EB72-A8E0-460E-8E16-F1D9CC8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ithmetic-r2-c0">
            <a:extLst xmlns:a="http://schemas.openxmlformats.org/drawingml/2006/main">
              <a:ext uri="{FF2B5EF4-FFF2-40B4-BE49-F238E27FC236}">
                <a16:creationId xmlns:a16="http://schemas.microsoft.com/office/drawing/2014/main" id="{69EAFF13-8873-4D19-8FDB-63B77C25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−</a:t>
            </a:r>
          </a:p>
        </p:txBody>
      </p:sp>
      <p:sp>
        <p:nvSpPr>
          <p:cNvPr id="18" name="arithmetic-r2-c1">
            <a:extLst xmlns:a="http://schemas.openxmlformats.org/drawingml/2006/main">
              <a:ext uri="{FF2B5EF4-FFF2-40B4-BE49-F238E27FC236}">
                <a16:creationId xmlns:a16="http://schemas.microsoft.com/office/drawing/2014/main" id="{4D88BA12-8474-4566-9448-67DB873D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814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10 − 3</a:t>
            </a:r>
          </a:p>
        </p:txBody>
      </p:sp>
      <p:sp>
        <p:nvSpPr>
          <p:cNvPr id="19" name="arithmetic-v2-1">
            <a:extLst xmlns:a="http://schemas.openxmlformats.org/drawingml/2006/main">
              <a:ext uri="{FF2B5EF4-FFF2-40B4-BE49-F238E27FC236}">
                <a16:creationId xmlns:a16="http://schemas.microsoft.com/office/drawing/2014/main" id="{42E0C3DA-9643-4D43-A201-FF32FA77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909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arithmetic-r2-c2">
            <a:extLst xmlns:a="http://schemas.openxmlformats.org/drawingml/2006/main">
              <a:ext uri="{FF2B5EF4-FFF2-40B4-BE49-F238E27FC236}">
                <a16:creationId xmlns:a16="http://schemas.microsoft.com/office/drawing/2014/main" id="{D5CC34C9-B3BA-4A1B-94B2-8EB0F883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8140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21" name="arithmetic-v2-2">
            <a:extLst xmlns:a="http://schemas.openxmlformats.org/drawingml/2006/main">
              <a:ext uri="{FF2B5EF4-FFF2-40B4-BE49-F238E27FC236}">
                <a16:creationId xmlns:a16="http://schemas.microsoft.com/office/drawing/2014/main" id="{501C91F6-27B1-4B95-B451-BD484F4D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909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arithmetic-h2">
            <a:extLst xmlns:a="http://schemas.openxmlformats.org/drawingml/2006/main">
              <a:ext uri="{FF2B5EF4-FFF2-40B4-BE49-F238E27FC236}">
                <a16:creationId xmlns:a16="http://schemas.microsoft.com/office/drawing/2014/main" id="{C2E3B8D0-4962-4EAC-BA29-2E6DE08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arithmetic-r3-c0">
            <a:extLst xmlns:a="http://schemas.openxmlformats.org/drawingml/2006/main">
              <a:ext uri="{FF2B5EF4-FFF2-40B4-BE49-F238E27FC236}">
                <a16:creationId xmlns:a16="http://schemas.microsoft.com/office/drawing/2014/main" id="{6F94CE16-7DB5-4AE6-A0EE-3A884954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×</a:t>
            </a:r>
          </a:p>
        </p:txBody>
      </p:sp>
      <p:sp>
        <p:nvSpPr>
          <p:cNvPr id="24" name="arithmetic-r3-c1">
            <a:extLst xmlns:a="http://schemas.openxmlformats.org/drawingml/2006/main">
              <a:ext uri="{FF2B5EF4-FFF2-40B4-BE49-F238E27FC236}">
                <a16:creationId xmlns:a16="http://schemas.microsoft.com/office/drawing/2014/main" id="{1B3C25C7-7251-430E-9607-672F9A95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957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 * 3</a:t>
            </a:r>
          </a:p>
        </p:txBody>
      </p:sp>
      <p:sp>
        <p:nvSpPr>
          <p:cNvPr id="25" name="arithmetic-v3-1">
            <a:extLst xmlns:a="http://schemas.openxmlformats.org/drawingml/2006/main">
              <a:ext uri="{FF2B5EF4-FFF2-40B4-BE49-F238E27FC236}">
                <a16:creationId xmlns:a16="http://schemas.microsoft.com/office/drawing/2014/main" id="{BFDEDF0C-6652-4D7F-81CB-8D656C2E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arithmetic-r3-c2">
            <a:extLst xmlns:a="http://schemas.openxmlformats.org/drawingml/2006/main">
              <a:ext uri="{FF2B5EF4-FFF2-40B4-BE49-F238E27FC236}">
                <a16:creationId xmlns:a16="http://schemas.microsoft.com/office/drawing/2014/main" id="{F11DA6D1-616C-4452-9ED4-F1E9A6FC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9575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30</a:t>
            </a:r>
          </a:p>
        </p:txBody>
      </p:sp>
      <p:sp>
        <p:nvSpPr>
          <p:cNvPr id="27" name="arithmetic-v3-2">
            <a:extLst xmlns:a="http://schemas.openxmlformats.org/drawingml/2006/main">
              <a:ext uri="{FF2B5EF4-FFF2-40B4-BE49-F238E27FC236}">
                <a16:creationId xmlns:a16="http://schemas.microsoft.com/office/drawing/2014/main" id="{A621874E-586F-4DCA-891D-A7A7A495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52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arithmetic-h3">
            <a:extLst xmlns:a="http://schemas.openxmlformats.org/drawingml/2006/main">
              <a:ext uri="{FF2B5EF4-FFF2-40B4-BE49-F238E27FC236}">
                <a16:creationId xmlns:a16="http://schemas.microsoft.com/office/drawing/2014/main" id="{4BEFC17B-F90A-4772-931B-77C582A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arithmetic-band-4">
            <a:extLst xmlns:a="http://schemas.openxmlformats.org/drawingml/2006/main">
              <a:ext uri="{FF2B5EF4-FFF2-40B4-BE49-F238E27FC236}">
                <a16:creationId xmlns:a16="http://schemas.microsoft.com/office/drawing/2014/main" id="{7BFD9A8A-DDE6-4FEB-B15E-DD74E567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ithmetic-r4-c0">
            <a:extLst xmlns:a="http://schemas.openxmlformats.org/drawingml/2006/main">
              <a:ext uri="{FF2B5EF4-FFF2-40B4-BE49-F238E27FC236}">
                <a16:creationId xmlns:a16="http://schemas.microsoft.com/office/drawing/2014/main" id="{4DD118A4-910F-46C2-965F-1A0139A0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/</a:t>
            </a:r>
          </a:p>
        </p:txBody>
      </p:sp>
      <p:sp>
        <p:nvSpPr>
          <p:cNvPr id="31" name="arithmetic-r4-c1">
            <a:extLst xmlns:a="http://schemas.openxmlformats.org/drawingml/2006/main">
              <a:ext uri="{FF2B5EF4-FFF2-40B4-BE49-F238E27FC236}">
                <a16:creationId xmlns:a16="http://schemas.microsoft.com/office/drawing/2014/main" id="{EBD0D868-472D-4C9D-8A0B-92556EDA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101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 / 4</a:t>
            </a:r>
          </a:p>
        </p:txBody>
      </p:sp>
      <p:sp>
        <p:nvSpPr>
          <p:cNvPr id="32" name="arithmetic-v4-1">
            <a:extLst xmlns:a="http://schemas.openxmlformats.org/drawingml/2006/main">
              <a:ext uri="{FF2B5EF4-FFF2-40B4-BE49-F238E27FC236}">
                <a16:creationId xmlns:a16="http://schemas.microsoft.com/office/drawing/2014/main" id="{B42C41C1-CF92-4D69-8BCC-939F3551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96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arithmetic-r4-c2">
            <a:extLst xmlns:a="http://schemas.openxmlformats.org/drawingml/2006/main">
              <a:ext uri="{FF2B5EF4-FFF2-40B4-BE49-F238E27FC236}">
                <a16:creationId xmlns:a16="http://schemas.microsoft.com/office/drawing/2014/main" id="{64AF1164-088F-4072-8BB4-A2B586B6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1010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2.5</a:t>
            </a:r>
          </a:p>
        </p:txBody>
      </p:sp>
      <p:sp>
        <p:nvSpPr>
          <p:cNvPr id="34" name="arithmetic-v4-2">
            <a:extLst xmlns:a="http://schemas.openxmlformats.org/drawingml/2006/main">
              <a:ext uri="{FF2B5EF4-FFF2-40B4-BE49-F238E27FC236}">
                <a16:creationId xmlns:a16="http://schemas.microsoft.com/office/drawing/2014/main" id="{D9AB1CB4-E60A-42AD-8A03-132DEBD3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196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arithmetic-h4">
            <a:extLst xmlns:a="http://schemas.openxmlformats.org/drawingml/2006/main">
              <a:ext uri="{FF2B5EF4-FFF2-40B4-BE49-F238E27FC236}">
                <a16:creationId xmlns:a16="http://schemas.microsoft.com/office/drawing/2014/main" id="{3B83C5F4-6583-48A9-817C-92D643E2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arithmetic-r5-c0">
            <a:extLst xmlns:a="http://schemas.openxmlformats.org/drawingml/2006/main">
              <a:ext uri="{FF2B5EF4-FFF2-40B4-BE49-F238E27FC236}">
                <a16:creationId xmlns:a16="http://schemas.microsoft.com/office/drawing/2014/main" id="{0DA40790-7310-4293-9404-C943C9CA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244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**</a:t>
            </a:r>
          </a:p>
        </p:txBody>
      </p:sp>
      <p:sp>
        <p:nvSpPr>
          <p:cNvPr id="37" name="arithmetic-r5-c1">
            <a:extLst xmlns:a="http://schemas.openxmlformats.org/drawingml/2006/main">
              <a:ext uri="{FF2B5EF4-FFF2-40B4-BE49-F238E27FC236}">
                <a16:creationId xmlns:a16="http://schemas.microsoft.com/office/drawing/2014/main" id="{2AE59A61-07C6-4795-9324-84DD69CC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244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 ** 2</a:t>
            </a:r>
          </a:p>
        </p:txBody>
      </p:sp>
      <p:sp>
        <p:nvSpPr>
          <p:cNvPr id="38" name="arithmetic-v5-1">
            <a:extLst xmlns:a="http://schemas.openxmlformats.org/drawingml/2006/main">
              <a:ext uri="{FF2B5EF4-FFF2-40B4-BE49-F238E27FC236}">
                <a16:creationId xmlns:a16="http://schemas.microsoft.com/office/drawing/2014/main" id="{7EF9811F-8E2A-4AF6-AC63-C122C586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339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9" name="arithmetic-r5-c2">
            <a:extLst xmlns:a="http://schemas.openxmlformats.org/drawingml/2006/main">
              <a:ext uri="{FF2B5EF4-FFF2-40B4-BE49-F238E27FC236}">
                <a16:creationId xmlns:a16="http://schemas.microsoft.com/office/drawing/2014/main" id="{F208060C-AD47-4FB2-B0E2-E5D00A7A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2445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40" name="arithmetic-v5-2">
            <a:extLst xmlns:a="http://schemas.openxmlformats.org/drawingml/2006/main">
              <a:ext uri="{FF2B5EF4-FFF2-40B4-BE49-F238E27FC236}">
                <a16:creationId xmlns:a16="http://schemas.microsoft.com/office/drawing/2014/main" id="{C47C0A80-79B4-4F40-8126-C97EACCD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339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arithmetic-h5">
            <a:extLst xmlns:a="http://schemas.openxmlformats.org/drawingml/2006/main">
              <a:ext uri="{FF2B5EF4-FFF2-40B4-BE49-F238E27FC236}">
                <a16:creationId xmlns:a16="http://schemas.microsoft.com/office/drawing/2014/main" id="{6194DD36-8865-4945-A357-953F9EA8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2" name="python-operator-note">
            <a:extLst xmlns:a="http://schemas.openxmlformats.org/drawingml/2006/main">
              <a:ext uri="{FF2B5EF4-FFF2-40B4-BE49-F238E27FC236}">
                <a16:creationId xmlns:a16="http://schemas.microsoft.com/office/drawing/2014/main" id="{0FA45143-B0C4-474D-930B-49A26C6C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Di Python, perkalian ditulis dengan * dan pembagian dengan /.</a:t>
            </a:r>
          </a:p>
        </p:txBody>
      </p:sp>
    </p:spTree>
    <p:extLst>
      <p:ext uri="{BB962C8B-B14F-4D97-AF65-F5344CB8AC3E}">
        <p14:creationId xmlns:p14="http://schemas.microsoft.com/office/powerpoint/2010/main" val="249515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ADAA80-4321-4981-9B13-E95303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Pembagian bulat dan urutan hitung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34A772-2938-47EA-A139-F2FD4A03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Pembagian bulat memberi kelompok penuh. Modulo memberi sisa pembagian.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895B860-F06E-4717-B3EF-1323B7D7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ten-items">
            <a:extLst xmlns:a="http://schemas.openxmlformats.org/drawingml/2006/main">
              <a:ext uri="{FF2B5EF4-FFF2-40B4-BE49-F238E27FC236}">
                <a16:creationId xmlns:a16="http://schemas.microsoft.com/office/drawing/2014/main" id="{B2640A7C-0E5E-47C6-A7C1-C55218BC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47988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10 barang dibagi menjadi kelompok berisi 4</a:t>
            </a:r>
          </a:p>
        </p:txBody>
      </p:sp>
      <p:sp>
        <p:nvSpPr>
          <p:cNvPr id="5" name="unit-0">
            <a:extLst xmlns:a="http://schemas.openxmlformats.org/drawingml/2006/main">
              <a:ext uri="{FF2B5EF4-FFF2-40B4-BE49-F238E27FC236}">
                <a16:creationId xmlns:a16="http://schemas.microsoft.com/office/drawing/2014/main" id="{7264CEE3-27A9-477A-B4FF-3C912DE8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33763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6" name="unit-label-0">
            <a:extLst xmlns:a="http://schemas.openxmlformats.org/drawingml/2006/main">
              <a:ext uri="{FF2B5EF4-FFF2-40B4-BE49-F238E27FC236}">
                <a16:creationId xmlns:a16="http://schemas.microsoft.com/office/drawing/2014/main" id="{01F54DBF-AC93-4C84-9EDD-9C0D3B32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3853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7" name="unit-1">
            <a:extLst xmlns:a="http://schemas.openxmlformats.org/drawingml/2006/main">
              <a:ext uri="{FF2B5EF4-FFF2-40B4-BE49-F238E27FC236}">
                <a16:creationId xmlns:a16="http://schemas.microsoft.com/office/drawing/2014/main" id="{315AF42D-D42C-4AB5-B3D8-E51968DA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33763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8" name="unit-label-1">
            <a:extLst xmlns:a="http://schemas.openxmlformats.org/drawingml/2006/main">
              <a:ext uri="{FF2B5EF4-FFF2-40B4-BE49-F238E27FC236}">
                <a16:creationId xmlns:a16="http://schemas.microsoft.com/office/drawing/2014/main" id="{367C9434-C8B1-4F29-9FCE-420E9C67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3853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9" name="unit-2">
            <a:extLst xmlns:a="http://schemas.openxmlformats.org/drawingml/2006/main">
              <a:ext uri="{FF2B5EF4-FFF2-40B4-BE49-F238E27FC236}">
                <a16:creationId xmlns:a16="http://schemas.microsoft.com/office/drawing/2014/main" id="{A9AB1CF8-4110-431D-A5DD-7D76F569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33763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0" name="unit-label-2">
            <a:extLst xmlns:a="http://schemas.openxmlformats.org/drawingml/2006/main">
              <a:ext uri="{FF2B5EF4-FFF2-40B4-BE49-F238E27FC236}">
                <a16:creationId xmlns:a16="http://schemas.microsoft.com/office/drawing/2014/main" id="{FBF78495-7DCB-46D0-923C-FE248F9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3853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11" name="unit-3">
            <a:extLst xmlns:a="http://schemas.openxmlformats.org/drawingml/2006/main">
              <a:ext uri="{FF2B5EF4-FFF2-40B4-BE49-F238E27FC236}">
                <a16:creationId xmlns:a16="http://schemas.microsoft.com/office/drawing/2014/main" id="{AECD98C1-3503-446E-81B9-E18DE680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33763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2" name="unit-label-3">
            <a:extLst xmlns:a="http://schemas.openxmlformats.org/drawingml/2006/main">
              <a:ext uri="{FF2B5EF4-FFF2-40B4-BE49-F238E27FC236}">
                <a16:creationId xmlns:a16="http://schemas.microsoft.com/office/drawing/2014/main" id="{813DE9A7-B31F-4D67-B702-ADDE6AB5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3853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13" name="unit-4">
            <a:extLst xmlns:a="http://schemas.openxmlformats.org/drawingml/2006/main">
              <a:ext uri="{FF2B5EF4-FFF2-40B4-BE49-F238E27FC236}">
                <a16:creationId xmlns:a16="http://schemas.microsoft.com/office/drawing/2014/main" id="{2C0FDD1D-2D11-475A-BC1E-22A7873D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33763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4" name="unit-label-4">
            <a:extLst xmlns:a="http://schemas.openxmlformats.org/drawingml/2006/main">
              <a:ext uri="{FF2B5EF4-FFF2-40B4-BE49-F238E27FC236}">
                <a16:creationId xmlns:a16="http://schemas.microsoft.com/office/drawing/2014/main" id="{34A23831-A839-431C-B0B8-CE1A3902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3853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15" name="unit-5">
            <a:extLst xmlns:a="http://schemas.openxmlformats.org/drawingml/2006/main">
              <a:ext uri="{FF2B5EF4-FFF2-40B4-BE49-F238E27FC236}">
                <a16:creationId xmlns:a16="http://schemas.microsoft.com/office/drawing/2014/main" id="{F5AFDACA-AE23-4DB9-9108-36121D9F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4813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6" name="unit-label-5">
            <a:extLst xmlns:a="http://schemas.openxmlformats.org/drawingml/2006/main">
              <a:ext uri="{FF2B5EF4-FFF2-40B4-BE49-F238E27FC236}">
                <a16:creationId xmlns:a16="http://schemas.microsoft.com/office/drawing/2014/main" id="{B831CBC3-95D9-4141-A7DE-5E543CCD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1958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17" name="unit-6">
            <a:extLst xmlns:a="http://schemas.openxmlformats.org/drawingml/2006/main">
              <a:ext uri="{FF2B5EF4-FFF2-40B4-BE49-F238E27FC236}">
                <a16:creationId xmlns:a16="http://schemas.microsoft.com/office/drawing/2014/main" id="{F4F27DDD-C8B3-4639-9708-0E32B21C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4813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8" name="unit-label-6">
            <a:extLst xmlns:a="http://schemas.openxmlformats.org/drawingml/2006/main">
              <a:ext uri="{FF2B5EF4-FFF2-40B4-BE49-F238E27FC236}">
                <a16:creationId xmlns:a16="http://schemas.microsoft.com/office/drawing/2014/main" id="{A65C8505-0939-4837-8834-B90119BC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1958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19" name="unit-7">
            <a:extLst xmlns:a="http://schemas.openxmlformats.org/drawingml/2006/main">
              <a:ext uri="{FF2B5EF4-FFF2-40B4-BE49-F238E27FC236}">
                <a16:creationId xmlns:a16="http://schemas.microsoft.com/office/drawing/2014/main" id="{83433FCC-5DB1-4BC0-AEBC-357BF3F2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4813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0" name="unit-label-7">
            <a:extLst xmlns:a="http://schemas.openxmlformats.org/drawingml/2006/main">
              <a:ext uri="{FF2B5EF4-FFF2-40B4-BE49-F238E27FC236}">
                <a16:creationId xmlns:a16="http://schemas.microsoft.com/office/drawing/2014/main" id="{BB7B6C28-EAC9-4BD5-8152-907022BD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1958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21" name="unit-8">
            <a:extLst xmlns:a="http://schemas.openxmlformats.org/drawingml/2006/main">
              <a:ext uri="{FF2B5EF4-FFF2-40B4-BE49-F238E27FC236}">
                <a16:creationId xmlns:a16="http://schemas.microsoft.com/office/drawing/2014/main" id="{BD42129D-07E2-4030-BF23-5B0D49E3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4813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2" name="unit-label-8">
            <a:extLst xmlns:a="http://schemas.openxmlformats.org/drawingml/2006/main">
              <a:ext uri="{FF2B5EF4-FFF2-40B4-BE49-F238E27FC236}">
                <a16:creationId xmlns:a16="http://schemas.microsoft.com/office/drawing/2014/main" id="{B4990919-932F-4574-B84A-6154A2B7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1958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23" name="unit-9">
            <a:extLst xmlns:a="http://schemas.openxmlformats.org/drawingml/2006/main">
              <a:ext uri="{FF2B5EF4-FFF2-40B4-BE49-F238E27FC236}">
                <a16:creationId xmlns:a16="http://schemas.microsoft.com/office/drawing/2014/main" id="{0442E2D2-F2D1-4767-96FC-D5C2A0AF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4813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4" name="unit-label-9">
            <a:extLst xmlns:a="http://schemas.openxmlformats.org/drawingml/2006/main">
              <a:ext uri="{FF2B5EF4-FFF2-40B4-BE49-F238E27FC236}">
                <a16:creationId xmlns:a16="http://schemas.microsoft.com/office/drawing/2014/main" id="{62A49316-B167-4F83-8A3C-E92C155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958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25" name="group-result">
            <a:extLst xmlns:a="http://schemas.openxmlformats.org/drawingml/2006/main">
              <a:ext uri="{FF2B5EF4-FFF2-40B4-BE49-F238E27FC236}">
                <a16:creationId xmlns:a16="http://schemas.microsoft.com/office/drawing/2014/main" id="{05E87057-B02C-4FC3-AE8D-768AD1D2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00638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10 // 4 = 2 kelompok    10 % 4 = 2 sisa</a:t>
            </a:r>
          </a:p>
        </p:txBody>
      </p:sp>
      <p:sp>
        <p:nvSpPr>
          <p:cNvPr id="26" name="precedence-panel">
            <a:extLst xmlns:a="http://schemas.openxmlformats.org/drawingml/2006/main">
              <a:ext uri="{FF2B5EF4-FFF2-40B4-BE49-F238E27FC236}">
                <a16:creationId xmlns:a16="http://schemas.microsoft.com/office/drawing/2014/main" id="{F76CCBDF-E8D2-4EAB-BB9F-1FB6188C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95638"/>
            <a:ext cx="4191000" cy="232410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7" name="precedence-head">
            <a:extLst xmlns:a="http://schemas.openxmlformats.org/drawingml/2006/main">
              <a:ext uri="{FF2B5EF4-FFF2-40B4-BE49-F238E27FC236}">
                <a16:creationId xmlns:a16="http://schemas.microsoft.com/office/drawing/2014/main" id="{C1DAF96E-A652-4469-A557-4D9F6952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328988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Urutan operasi</a:t>
            </a:r>
          </a:p>
        </p:txBody>
      </p:sp>
      <p:sp>
        <p:nvSpPr>
          <p:cNvPr id="28" name="precedence-body">
            <a:extLst xmlns:a="http://schemas.openxmlformats.org/drawingml/2006/main">
              <a:ext uri="{FF2B5EF4-FFF2-40B4-BE49-F238E27FC236}">
                <a16:creationId xmlns:a16="http://schemas.microsoft.com/office/drawing/2014/main" id="{D8532B54-7F2A-4F40-B43E-CAF53562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681413"/>
            <a:ext cx="37719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 + 3 * 4 = 14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(2 + 3) * 4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Tanda kurung mengubah urutan.</a:t>
            </a:r>
          </a:p>
        </p:txBody>
      </p:sp>
    </p:spTree>
    <p:extLst>
      <p:ext uri="{BB962C8B-B14F-4D97-AF65-F5344CB8AC3E}">
        <p14:creationId xmlns:p14="http://schemas.microsoft.com/office/powerpoint/2010/main" val="994236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320F58-F58B-48D7-BC16-DF596E7F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Operator pembanding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F56F98-1ABA-4B90-BC65-FEFA598E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perbandingan menghasilkan True atau False.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29B0F7F-C460-4F7A-A6CB-FC309B57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comparators-head-bg">
            <a:extLst xmlns:a="http://schemas.openxmlformats.org/drawingml/2006/main">
              <a:ext uri="{FF2B5EF4-FFF2-40B4-BE49-F238E27FC236}">
                <a16:creationId xmlns:a16="http://schemas.microsoft.com/office/drawing/2014/main" id="{F54E3980-5314-4948-9E79-416B179F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14588"/>
            <a:ext cx="10191750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comparators-r0-c0">
            <a:extLst xmlns:a="http://schemas.openxmlformats.org/drawingml/2006/main">
              <a:ext uri="{FF2B5EF4-FFF2-40B4-BE49-F238E27FC236}">
                <a16:creationId xmlns:a16="http://schemas.microsoft.com/office/drawing/2014/main" id="{C95C8D77-DEEB-4259-B317-90CAA344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9363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Operator</a:t>
            </a:r>
          </a:p>
        </p:txBody>
      </p:sp>
      <p:sp>
        <p:nvSpPr>
          <p:cNvPr id="6" name="comparators-r0-c1">
            <a:extLst xmlns:a="http://schemas.openxmlformats.org/drawingml/2006/main">
              <a:ext uri="{FF2B5EF4-FFF2-40B4-BE49-F238E27FC236}">
                <a16:creationId xmlns:a16="http://schemas.microsoft.com/office/drawing/2014/main" id="{8E40AD58-3083-460F-B5CB-4A94945F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19363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Arti</a:t>
            </a:r>
          </a:p>
        </p:txBody>
      </p:sp>
      <p:sp>
        <p:nvSpPr>
          <p:cNvPr id="7" name="comparators-v0-1">
            <a:extLst xmlns:a="http://schemas.openxmlformats.org/drawingml/2006/main">
              <a:ext uri="{FF2B5EF4-FFF2-40B4-BE49-F238E27FC236}">
                <a16:creationId xmlns:a16="http://schemas.microsoft.com/office/drawing/2014/main" id="{7316EF80-ADBD-4691-AEAF-86EC68F7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289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comparators-r0-c2">
            <a:extLst xmlns:a="http://schemas.openxmlformats.org/drawingml/2006/main">
              <a:ext uri="{FF2B5EF4-FFF2-40B4-BE49-F238E27FC236}">
                <a16:creationId xmlns:a16="http://schemas.microsoft.com/office/drawing/2014/main" id="{DAF0228C-EFCF-4532-AA93-CE5EBB3D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19363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Contoh</a:t>
            </a:r>
          </a:p>
        </p:txBody>
      </p:sp>
      <p:sp>
        <p:nvSpPr>
          <p:cNvPr id="9" name="comparators-v0-2">
            <a:extLst xmlns:a="http://schemas.openxmlformats.org/drawingml/2006/main">
              <a:ext uri="{FF2B5EF4-FFF2-40B4-BE49-F238E27FC236}">
                <a16:creationId xmlns:a16="http://schemas.microsoft.com/office/drawing/2014/main" id="{FFC6EA33-B94E-47F1-AC9E-8E35DF54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289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comparators-r1-c0">
            <a:extLst xmlns:a="http://schemas.openxmlformats.org/drawingml/2006/main">
              <a:ext uri="{FF2B5EF4-FFF2-40B4-BE49-F238E27FC236}">
                <a16:creationId xmlns:a16="http://schemas.microsoft.com/office/drawing/2014/main" id="{E185868E-7B38-4BE1-85DD-8E8685D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86088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==</a:t>
            </a:r>
          </a:p>
        </p:txBody>
      </p:sp>
      <p:sp>
        <p:nvSpPr>
          <p:cNvPr id="11" name="comparators-r1-c1">
            <a:extLst xmlns:a="http://schemas.openxmlformats.org/drawingml/2006/main">
              <a:ext uri="{FF2B5EF4-FFF2-40B4-BE49-F238E27FC236}">
                <a16:creationId xmlns:a16="http://schemas.microsoft.com/office/drawing/2014/main" id="{8D260104-A290-4B2F-B9DF-009D1A85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6088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sama dengan</a:t>
            </a:r>
          </a:p>
        </p:txBody>
      </p:sp>
      <p:sp>
        <p:nvSpPr>
          <p:cNvPr id="12" name="comparators-v1-1">
            <a:extLst xmlns:a="http://schemas.openxmlformats.org/drawingml/2006/main">
              <a:ext uri="{FF2B5EF4-FFF2-40B4-BE49-F238E27FC236}">
                <a16:creationId xmlns:a16="http://schemas.microsoft.com/office/drawing/2014/main" id="{D02982EA-8F4E-4527-B7F0-2E55B1C7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comparators-r1-c2">
            <a:extLst xmlns:a="http://schemas.openxmlformats.org/drawingml/2006/main">
              <a:ext uri="{FF2B5EF4-FFF2-40B4-BE49-F238E27FC236}">
                <a16:creationId xmlns:a16="http://schemas.microsoft.com/office/drawing/2014/main" id="{D10D78F6-493E-4CFB-9B6A-BD7CA6B6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86088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status == "aktif"</a:t>
            </a:r>
          </a:p>
        </p:txBody>
      </p:sp>
      <p:sp>
        <p:nvSpPr>
          <p:cNvPr id="14" name="comparators-v1-2">
            <a:extLst xmlns:a="http://schemas.openxmlformats.org/drawingml/2006/main">
              <a:ext uri="{FF2B5EF4-FFF2-40B4-BE49-F238E27FC236}">
                <a16:creationId xmlns:a16="http://schemas.microsoft.com/office/drawing/2014/main" id="{A0B1195C-ECEB-440C-8CED-E8998E19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956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comparators-h1">
            <a:extLst xmlns:a="http://schemas.openxmlformats.org/drawingml/2006/main">
              <a:ext uri="{FF2B5EF4-FFF2-40B4-BE49-F238E27FC236}">
                <a16:creationId xmlns:a16="http://schemas.microsoft.com/office/drawing/2014/main" id="{84091D1E-AB6D-468D-8D35-A43CC325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comparators-band-2">
            <a:extLst xmlns:a="http://schemas.openxmlformats.org/drawingml/2006/main">
              <a:ext uri="{FF2B5EF4-FFF2-40B4-BE49-F238E27FC236}">
                <a16:creationId xmlns:a16="http://schemas.microsoft.com/office/drawing/2014/main" id="{52C7C33A-342C-4024-8E75-4C4DD5CA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48038"/>
            <a:ext cx="10191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ators-r2-c0">
            <a:extLst xmlns:a="http://schemas.openxmlformats.org/drawingml/2006/main">
              <a:ext uri="{FF2B5EF4-FFF2-40B4-BE49-F238E27FC236}">
                <a16:creationId xmlns:a16="http://schemas.microsoft.com/office/drawing/2014/main" id="{29A210E9-F6CB-49DB-94AF-7B71569C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52813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!=</a:t>
            </a:r>
          </a:p>
        </p:txBody>
      </p:sp>
      <p:sp>
        <p:nvSpPr>
          <p:cNvPr id="18" name="comparators-r2-c1">
            <a:extLst xmlns:a="http://schemas.openxmlformats.org/drawingml/2006/main">
              <a:ext uri="{FF2B5EF4-FFF2-40B4-BE49-F238E27FC236}">
                <a16:creationId xmlns:a16="http://schemas.microsoft.com/office/drawing/2014/main" id="{FA7A4EB2-2866-4D9D-AFAA-291FFEBF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52813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tidak sama</a:t>
            </a:r>
          </a:p>
        </p:txBody>
      </p:sp>
      <p:sp>
        <p:nvSpPr>
          <p:cNvPr id="19" name="comparators-v2-1">
            <a:extLst xmlns:a="http://schemas.openxmlformats.org/drawingml/2006/main">
              <a:ext uri="{FF2B5EF4-FFF2-40B4-BE49-F238E27FC236}">
                <a16:creationId xmlns:a16="http://schemas.microsoft.com/office/drawing/2014/main" id="{5F298D17-FD41-4FC1-B6A5-72A728F7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623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comparators-r2-c2">
            <a:extLst xmlns:a="http://schemas.openxmlformats.org/drawingml/2006/main">
              <a:ext uri="{FF2B5EF4-FFF2-40B4-BE49-F238E27FC236}">
                <a16:creationId xmlns:a16="http://schemas.microsoft.com/office/drawing/2014/main" id="{2373E890-21B8-4053-9450-792D31A2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52813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status != "batal"</a:t>
            </a:r>
          </a:p>
        </p:txBody>
      </p:sp>
      <p:sp>
        <p:nvSpPr>
          <p:cNvPr id="21" name="comparators-v2-2">
            <a:extLst xmlns:a="http://schemas.openxmlformats.org/drawingml/2006/main">
              <a:ext uri="{FF2B5EF4-FFF2-40B4-BE49-F238E27FC236}">
                <a16:creationId xmlns:a16="http://schemas.microsoft.com/office/drawing/2014/main" id="{7A10DC1B-B725-479E-A970-1F8D6A73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623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comparators-h2">
            <a:extLst xmlns:a="http://schemas.openxmlformats.org/drawingml/2006/main">
              <a:ext uri="{FF2B5EF4-FFF2-40B4-BE49-F238E27FC236}">
                <a16:creationId xmlns:a16="http://schemas.microsoft.com/office/drawing/2014/main" id="{FFC26DF5-59C8-4C33-94B6-73C371A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242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comparators-r3-c0">
            <a:extLst xmlns:a="http://schemas.openxmlformats.org/drawingml/2006/main">
              <a:ext uri="{FF2B5EF4-FFF2-40B4-BE49-F238E27FC236}">
                <a16:creationId xmlns:a16="http://schemas.microsoft.com/office/drawing/2014/main" id="{C388D359-F036-452E-AF0B-8E6FBAE0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19538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&gt;</a:t>
            </a:r>
          </a:p>
        </p:txBody>
      </p:sp>
      <p:sp>
        <p:nvSpPr>
          <p:cNvPr id="24" name="comparators-r3-c1">
            <a:extLst xmlns:a="http://schemas.openxmlformats.org/drawingml/2006/main">
              <a:ext uri="{FF2B5EF4-FFF2-40B4-BE49-F238E27FC236}">
                <a16:creationId xmlns:a16="http://schemas.microsoft.com/office/drawing/2014/main" id="{2ABC2325-7D9B-4C55-AD22-CC922425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19538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lebih besar</a:t>
            </a:r>
          </a:p>
        </p:txBody>
      </p:sp>
      <p:sp>
        <p:nvSpPr>
          <p:cNvPr id="25" name="comparators-v3-1">
            <a:extLst xmlns:a="http://schemas.openxmlformats.org/drawingml/2006/main">
              <a:ext uri="{FF2B5EF4-FFF2-40B4-BE49-F238E27FC236}">
                <a16:creationId xmlns:a16="http://schemas.microsoft.com/office/drawing/2014/main" id="{1CD6256A-236D-4218-A25F-3E3BA07C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290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comparators-r3-c2">
            <a:extLst xmlns:a="http://schemas.openxmlformats.org/drawingml/2006/main">
              <a:ext uri="{FF2B5EF4-FFF2-40B4-BE49-F238E27FC236}">
                <a16:creationId xmlns:a16="http://schemas.microsoft.com/office/drawing/2014/main" id="{E80421A2-A177-44AD-A437-FFDFC482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19538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&gt; stok</a:t>
            </a:r>
          </a:p>
        </p:txBody>
      </p:sp>
      <p:sp>
        <p:nvSpPr>
          <p:cNvPr id="27" name="comparators-v3-2">
            <a:extLst xmlns:a="http://schemas.openxmlformats.org/drawingml/2006/main">
              <a:ext uri="{FF2B5EF4-FFF2-40B4-BE49-F238E27FC236}">
                <a16:creationId xmlns:a16="http://schemas.microsoft.com/office/drawing/2014/main" id="{FE5F5EDA-3B9F-4949-8A0C-B114C83D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290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comparators-h3">
            <a:extLst xmlns:a="http://schemas.openxmlformats.org/drawingml/2006/main">
              <a:ext uri="{FF2B5EF4-FFF2-40B4-BE49-F238E27FC236}">
                <a16:creationId xmlns:a16="http://schemas.microsoft.com/office/drawing/2014/main" id="{A8CB4D9A-9C93-4F5F-81BE-AD889586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comparators-band-4">
            <a:extLst xmlns:a="http://schemas.openxmlformats.org/drawingml/2006/main">
              <a:ext uri="{FF2B5EF4-FFF2-40B4-BE49-F238E27FC236}">
                <a16:creationId xmlns:a16="http://schemas.microsoft.com/office/drawing/2014/main" id="{1E2D5986-6D8D-4C20-A6E0-11485CD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1488"/>
            <a:ext cx="10191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mparators-r4-c0">
            <a:extLst xmlns:a="http://schemas.openxmlformats.org/drawingml/2006/main">
              <a:ext uri="{FF2B5EF4-FFF2-40B4-BE49-F238E27FC236}">
                <a16:creationId xmlns:a16="http://schemas.microsoft.com/office/drawing/2014/main" id="{FD9FD447-B582-4DA1-AC3E-7C2B3BA2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6263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&lt;</a:t>
            </a:r>
          </a:p>
        </p:txBody>
      </p:sp>
      <p:sp>
        <p:nvSpPr>
          <p:cNvPr id="31" name="comparators-r4-c1">
            <a:extLst xmlns:a="http://schemas.openxmlformats.org/drawingml/2006/main">
              <a:ext uri="{FF2B5EF4-FFF2-40B4-BE49-F238E27FC236}">
                <a16:creationId xmlns:a16="http://schemas.microsoft.com/office/drawing/2014/main" id="{52F13335-B7BC-4A36-BABA-B1A1EDFF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86263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lebih kecil</a:t>
            </a:r>
          </a:p>
        </p:txBody>
      </p:sp>
      <p:sp>
        <p:nvSpPr>
          <p:cNvPr id="32" name="comparators-v4-1">
            <a:extLst xmlns:a="http://schemas.openxmlformats.org/drawingml/2006/main">
              <a:ext uri="{FF2B5EF4-FFF2-40B4-BE49-F238E27FC236}">
                <a16:creationId xmlns:a16="http://schemas.microsoft.com/office/drawing/2014/main" id="{F5E1DDA4-C85F-44A6-8A19-72795A5D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958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comparators-r4-c2">
            <a:extLst xmlns:a="http://schemas.openxmlformats.org/drawingml/2006/main">
              <a:ext uri="{FF2B5EF4-FFF2-40B4-BE49-F238E27FC236}">
                <a16:creationId xmlns:a16="http://schemas.microsoft.com/office/drawing/2014/main" id="{1FFFAF8B-1B9F-4133-BD24-BFC3DB6F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6263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stok &lt; minimum</a:t>
            </a:r>
          </a:p>
        </p:txBody>
      </p:sp>
      <p:sp>
        <p:nvSpPr>
          <p:cNvPr id="34" name="comparators-v4-2">
            <a:extLst xmlns:a="http://schemas.openxmlformats.org/drawingml/2006/main">
              <a:ext uri="{FF2B5EF4-FFF2-40B4-BE49-F238E27FC236}">
                <a16:creationId xmlns:a16="http://schemas.microsoft.com/office/drawing/2014/main" id="{41BBB3F6-984A-494B-95F3-2172F216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958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comparators-h4">
            <a:extLst xmlns:a="http://schemas.openxmlformats.org/drawingml/2006/main">
              <a:ext uri="{FF2B5EF4-FFF2-40B4-BE49-F238E27FC236}">
                <a16:creationId xmlns:a16="http://schemas.microsoft.com/office/drawing/2014/main" id="{4C7DECC6-5DCB-4FA3-BF78-6824C909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577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comparators-r5-c0">
            <a:extLst xmlns:a="http://schemas.openxmlformats.org/drawingml/2006/main">
              <a:ext uri="{FF2B5EF4-FFF2-40B4-BE49-F238E27FC236}">
                <a16:creationId xmlns:a16="http://schemas.microsoft.com/office/drawing/2014/main" id="{090E3750-1E7B-4754-BC35-3B776ED8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2988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&gt;=</a:t>
            </a:r>
          </a:p>
        </p:txBody>
      </p:sp>
      <p:sp>
        <p:nvSpPr>
          <p:cNvPr id="37" name="comparators-r5-c1">
            <a:extLst xmlns:a="http://schemas.openxmlformats.org/drawingml/2006/main">
              <a:ext uri="{FF2B5EF4-FFF2-40B4-BE49-F238E27FC236}">
                <a16:creationId xmlns:a16="http://schemas.microsoft.com/office/drawing/2014/main" id="{2E0B84A1-5160-4BC7-9089-01EB8488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52988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sekurangnya</a:t>
            </a:r>
          </a:p>
        </p:txBody>
      </p:sp>
      <p:sp>
        <p:nvSpPr>
          <p:cNvPr id="38" name="comparators-v5-1">
            <a:extLst xmlns:a="http://schemas.openxmlformats.org/drawingml/2006/main">
              <a:ext uri="{FF2B5EF4-FFF2-40B4-BE49-F238E27FC236}">
                <a16:creationId xmlns:a16="http://schemas.microsoft.com/office/drawing/2014/main" id="{18BF2696-9ACC-4694-9293-B04EF95D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625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9" name="comparators-r5-c2">
            <a:extLst xmlns:a="http://schemas.openxmlformats.org/drawingml/2006/main">
              <a:ext uri="{FF2B5EF4-FFF2-40B4-BE49-F238E27FC236}">
                <a16:creationId xmlns:a16="http://schemas.microsoft.com/office/drawing/2014/main" id="{7370F9B0-0AA5-46FE-B478-D8830963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2988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nilai &gt;= 80</a:t>
            </a:r>
          </a:p>
        </p:txBody>
      </p:sp>
      <p:sp>
        <p:nvSpPr>
          <p:cNvPr id="40" name="comparators-v5-2">
            <a:extLst xmlns:a="http://schemas.openxmlformats.org/drawingml/2006/main">
              <a:ext uri="{FF2B5EF4-FFF2-40B4-BE49-F238E27FC236}">
                <a16:creationId xmlns:a16="http://schemas.microsoft.com/office/drawing/2014/main" id="{C36C3057-EB88-4A66-BD64-47597338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625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comparators-h5">
            <a:extLst xmlns:a="http://schemas.openxmlformats.org/drawingml/2006/main">
              <a:ext uri="{FF2B5EF4-FFF2-40B4-BE49-F238E27FC236}">
                <a16:creationId xmlns:a16="http://schemas.microsoft.com/office/drawing/2014/main" id="{31BC6D86-35C8-464B-9DE0-93F2F9D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244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2" name="comparators-band-6">
            <a:extLst xmlns:a="http://schemas.openxmlformats.org/drawingml/2006/main">
              <a:ext uri="{FF2B5EF4-FFF2-40B4-BE49-F238E27FC236}">
                <a16:creationId xmlns:a16="http://schemas.microsoft.com/office/drawing/2014/main" id="{7DE778B5-B69E-4980-BE41-3FE1C75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4938"/>
            <a:ext cx="10191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rators-r6-c0">
            <a:extLst xmlns:a="http://schemas.openxmlformats.org/drawingml/2006/main">
              <a:ext uri="{FF2B5EF4-FFF2-40B4-BE49-F238E27FC236}">
                <a16:creationId xmlns:a16="http://schemas.microsoft.com/office/drawing/2014/main" id="{64727E5A-C801-4671-BF7A-92E82482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9713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&lt;=</a:t>
            </a:r>
          </a:p>
        </p:txBody>
      </p:sp>
      <p:sp>
        <p:nvSpPr>
          <p:cNvPr id="44" name="comparators-r6-c1">
            <a:extLst xmlns:a="http://schemas.openxmlformats.org/drawingml/2006/main">
              <a:ext uri="{FF2B5EF4-FFF2-40B4-BE49-F238E27FC236}">
                <a16:creationId xmlns:a16="http://schemas.microsoft.com/office/drawing/2014/main" id="{D3184234-AB39-4709-A12A-B25DB1DD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19713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paling banyak</a:t>
            </a:r>
          </a:p>
        </p:txBody>
      </p:sp>
      <p:sp>
        <p:nvSpPr>
          <p:cNvPr id="45" name="comparators-v6-1">
            <a:extLst xmlns:a="http://schemas.openxmlformats.org/drawingml/2006/main">
              <a:ext uri="{FF2B5EF4-FFF2-40B4-BE49-F238E27FC236}">
                <a16:creationId xmlns:a16="http://schemas.microsoft.com/office/drawing/2014/main" id="{20442F19-F3F7-4AA9-9CAD-271C257C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292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6" name="comparators-r6-c2">
            <a:extLst xmlns:a="http://schemas.openxmlformats.org/drawingml/2006/main">
              <a:ext uri="{FF2B5EF4-FFF2-40B4-BE49-F238E27FC236}">
                <a16:creationId xmlns:a16="http://schemas.microsoft.com/office/drawing/2014/main" id="{6CE2569E-FA03-46E2-BC9B-1EE5B9D7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19713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&lt;= stok</a:t>
            </a:r>
          </a:p>
        </p:txBody>
      </p:sp>
      <p:sp>
        <p:nvSpPr>
          <p:cNvPr id="47" name="comparators-v6-2">
            <a:extLst xmlns:a="http://schemas.openxmlformats.org/drawingml/2006/main">
              <a:ext uri="{FF2B5EF4-FFF2-40B4-BE49-F238E27FC236}">
                <a16:creationId xmlns:a16="http://schemas.microsoft.com/office/drawing/2014/main" id="{A37E753D-1B20-4078-B4EC-03AEBC66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292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8" name="comparators-h6">
            <a:extLst xmlns:a="http://schemas.openxmlformats.org/drawingml/2006/main">
              <a:ext uri="{FF2B5EF4-FFF2-40B4-BE49-F238E27FC236}">
                <a16:creationId xmlns:a16="http://schemas.microsoft.com/office/drawing/2014/main" id="{93604A63-9A7A-40F6-9CE0-68CD403F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911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9" name="equals-note">
            <a:extLst xmlns:a="http://schemas.openxmlformats.org/drawingml/2006/main">
              <a:ext uri="{FF2B5EF4-FFF2-40B4-BE49-F238E27FC236}">
                <a16:creationId xmlns:a16="http://schemas.microsoft.com/office/drawing/2014/main" id="{D90D8E36-C237-4F98-9CA9-7523B074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72163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= memberi atau memperbarui nilai. == membandingkan dua nilai.</a:t>
            </a:r>
          </a:p>
        </p:txBody>
      </p:sp>
    </p:spTree>
    <p:extLst>
      <p:ext uri="{BB962C8B-B14F-4D97-AF65-F5344CB8AC3E}">
        <p14:creationId xmlns:p14="http://schemas.microsoft.com/office/powerpoint/2010/main" val="92182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608E4A-6ECB-44EF-880F-1B1275A7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if, elif, dan else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B8AC5A-1F49-412D-BDA0-A36C95C3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Dalam satu rangkaian, Python menjalankan cabang pertama yang kondisinya benar.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9EC17DA-F885-49E7-9964-6B574B8C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tock-check-bg">
            <a:extLst xmlns:a="http://schemas.openxmlformats.org/drawingml/2006/main">
              <a:ext uri="{FF2B5EF4-FFF2-40B4-BE49-F238E27FC236}">
                <a16:creationId xmlns:a16="http://schemas.microsoft.com/office/drawing/2014/main" id="{FE7E890E-9331-4D9E-90BC-5EB9F2A8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8" y="2847975"/>
            <a:ext cx="4810125" cy="2809875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stock-check-text">
            <a:extLst xmlns:a="http://schemas.openxmlformats.org/drawingml/2006/main">
              <a:ext uri="{FF2B5EF4-FFF2-40B4-BE49-F238E27FC236}">
                <a16:creationId xmlns:a16="http://schemas.microsoft.com/office/drawing/2014/main" id="{B0EDFBD2-EA0A-4814-AE8C-5885C3F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3057525"/>
            <a:ext cx="4333875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if jumlah &lt;= 0: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status = "tidak valid"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elif jumlah &gt; stok: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status = "stok kurang"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else: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status = "diterima"</a:t>
            </a:r>
          </a:p>
        </p:txBody>
      </p:sp>
      <p:sp>
        <p:nvSpPr>
          <p:cNvPr id="6" name="decision-0">
            <a:extLst xmlns:a="http://schemas.openxmlformats.org/drawingml/2006/main">
              <a:ext uri="{FF2B5EF4-FFF2-40B4-BE49-F238E27FC236}">
                <a16:creationId xmlns:a16="http://schemas.microsoft.com/office/drawing/2014/main" id="{EE1BF05F-CB87-42C1-9DF0-A54E0E92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2905125"/>
            <a:ext cx="3810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7" name="decision-text-0">
            <a:extLst xmlns:a="http://schemas.openxmlformats.org/drawingml/2006/main">
              <a:ext uri="{FF2B5EF4-FFF2-40B4-BE49-F238E27FC236}">
                <a16:creationId xmlns:a16="http://schemas.microsoft.com/office/drawing/2014/main" id="{3ECB6118-448F-47BB-A648-7285D5AB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38" y="3095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&lt;= 0</a:t>
            </a:r>
          </a:p>
        </p:txBody>
      </p:sp>
      <p:sp>
        <p:nvSpPr>
          <p:cNvPr id="8" name="decision-link-0">
            <a:extLst xmlns:a="http://schemas.openxmlformats.org/drawingml/2006/main">
              <a:ext uri="{FF2B5EF4-FFF2-40B4-BE49-F238E27FC236}">
                <a16:creationId xmlns:a16="http://schemas.microsoft.com/office/drawing/2014/main" id="{1E9D7F79-4214-4077-A437-7F8C0CDD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6B9B"/>
            </a:solidFill>
            <a:prstDash val="solid"/>
          </a:ln>
        </p:spPr>
      </p:sp>
      <p:sp>
        <p:nvSpPr>
          <p:cNvPr id="9" name="decision-1">
            <a:extLst xmlns:a="http://schemas.openxmlformats.org/drawingml/2006/main">
              <a:ext uri="{FF2B5EF4-FFF2-40B4-BE49-F238E27FC236}">
                <a16:creationId xmlns:a16="http://schemas.microsoft.com/office/drawing/2014/main" id="{9B2C81E3-2EBA-4668-8947-32962A5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3971925"/>
            <a:ext cx="3810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12383">
            <a:solidFill>
              <a:srgbClr val="E96B6B"/>
            </a:solidFill>
            <a:prstDash val="solid"/>
          </a:ln>
        </p:spPr>
      </p:sp>
      <p:sp>
        <p:nvSpPr>
          <p:cNvPr id="10" name="decision-text-1">
            <a:extLst xmlns:a="http://schemas.openxmlformats.org/drawingml/2006/main">
              <a:ext uri="{FF2B5EF4-FFF2-40B4-BE49-F238E27FC236}">
                <a16:creationId xmlns:a16="http://schemas.microsoft.com/office/drawing/2014/main" id="{0FEB1967-3827-4439-A478-139A68BE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38" y="41624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&gt; stok</a:t>
            </a:r>
          </a:p>
        </p:txBody>
      </p:sp>
      <p:sp>
        <p:nvSpPr>
          <p:cNvPr id="11" name="decision-link-1">
            <a:extLst xmlns:a="http://schemas.openxmlformats.org/drawingml/2006/main">
              <a:ext uri="{FF2B5EF4-FFF2-40B4-BE49-F238E27FC236}">
                <a16:creationId xmlns:a16="http://schemas.microsoft.com/office/drawing/2014/main" id="{86B94016-3FEB-43FD-8D5E-644D06F0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6B9B"/>
            </a:solidFill>
            <a:prstDash val="solid"/>
          </a:ln>
        </p:spPr>
      </p:sp>
      <p:sp>
        <p:nvSpPr>
          <p:cNvPr id="12" name="decision-2">
            <a:extLst xmlns:a="http://schemas.openxmlformats.org/drawingml/2006/main">
              <a:ext uri="{FF2B5EF4-FFF2-40B4-BE49-F238E27FC236}">
                <a16:creationId xmlns:a16="http://schemas.microsoft.com/office/drawing/2014/main" id="{89A7051C-25BB-498D-A02D-C0F5BB8C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5038725"/>
            <a:ext cx="3810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383">
            <a:solidFill>
              <a:srgbClr val="55B77A"/>
            </a:solidFill>
            <a:prstDash val="solid"/>
          </a:ln>
        </p:spPr>
      </p:sp>
      <p:sp>
        <p:nvSpPr>
          <p:cNvPr id="13" name="decision-text-2">
            <a:extLst xmlns:a="http://schemas.openxmlformats.org/drawingml/2006/main">
              <a:ext uri="{FF2B5EF4-FFF2-40B4-BE49-F238E27FC236}">
                <a16:creationId xmlns:a16="http://schemas.microsoft.com/office/drawing/2014/main" id="{2A06E6EB-13CA-4098-9F37-A688B604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38" y="52292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pesanan diterima</a:t>
            </a:r>
          </a:p>
        </p:txBody>
      </p:sp>
    </p:spTree>
    <p:extLst>
      <p:ext uri="{BB962C8B-B14F-4D97-AF65-F5344CB8AC3E}">
        <p14:creationId xmlns:p14="http://schemas.microsoft.com/office/powerpoint/2010/main" val="2025632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CD908C-76DB-4FFA-9C12-8323BEE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and, or, dan not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0212E7D-2684-4B9A-B5C5-1C487609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Gabungkan kondisi untuk menyatakan aturan yang melibatkan beberapa syarat.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7282BEC-2CDD-434D-8FC7-D1F6D094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logic-head-bg">
            <a:extLst xmlns:a="http://schemas.openxmlformats.org/drawingml/2006/main">
              <a:ext uri="{FF2B5EF4-FFF2-40B4-BE49-F238E27FC236}">
                <a16:creationId xmlns:a16="http://schemas.microsoft.com/office/drawing/2014/main" id="{62AC9A97-BDC5-4727-947A-24C7D74C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52688"/>
            <a:ext cx="9239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logic-r0-c0">
            <a:extLst xmlns:a="http://schemas.openxmlformats.org/drawingml/2006/main">
              <a:ext uri="{FF2B5EF4-FFF2-40B4-BE49-F238E27FC236}">
                <a16:creationId xmlns:a16="http://schemas.microsoft.com/office/drawing/2014/main" id="{BC27CD3A-A71B-476D-84A7-0B6A9BCE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57463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Aktif</a:t>
            </a:r>
          </a:p>
        </p:txBody>
      </p:sp>
      <p:sp>
        <p:nvSpPr>
          <p:cNvPr id="6" name="logic-r0-c1">
            <a:extLst xmlns:a="http://schemas.openxmlformats.org/drawingml/2006/main">
              <a:ext uri="{FF2B5EF4-FFF2-40B4-BE49-F238E27FC236}">
                <a16:creationId xmlns:a16="http://schemas.microsoft.com/office/drawing/2014/main" id="{7BB10EEF-3016-4103-8EA8-B4426EB7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57463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Stok cukup</a:t>
            </a:r>
          </a:p>
        </p:txBody>
      </p:sp>
      <p:sp>
        <p:nvSpPr>
          <p:cNvPr id="7" name="logic-v0-1">
            <a:extLst xmlns:a="http://schemas.openxmlformats.org/drawingml/2006/main">
              <a:ext uri="{FF2B5EF4-FFF2-40B4-BE49-F238E27FC236}">
                <a16:creationId xmlns:a16="http://schemas.microsoft.com/office/drawing/2014/main" id="{4DB72F59-9D40-4B8E-80D1-CB2C8405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09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logic-r0-c2">
            <a:extLst xmlns:a="http://schemas.openxmlformats.org/drawingml/2006/main">
              <a:ext uri="{FF2B5EF4-FFF2-40B4-BE49-F238E27FC236}">
                <a16:creationId xmlns:a16="http://schemas.microsoft.com/office/drawing/2014/main" id="{36FED4CB-64CE-4C03-8B91-AF30BBF7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57463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and</a:t>
            </a:r>
          </a:p>
        </p:txBody>
      </p:sp>
      <p:sp>
        <p:nvSpPr>
          <p:cNvPr id="9" name="logic-v0-2">
            <a:extLst xmlns:a="http://schemas.openxmlformats.org/drawingml/2006/main">
              <a:ext uri="{FF2B5EF4-FFF2-40B4-BE49-F238E27FC236}">
                <a16:creationId xmlns:a16="http://schemas.microsoft.com/office/drawing/2014/main" id="{2D00BEEA-A001-4047-A8D3-69C0DFA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9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logic-r0-c3">
            <a:extLst xmlns:a="http://schemas.openxmlformats.org/drawingml/2006/main">
              <a:ext uri="{FF2B5EF4-FFF2-40B4-BE49-F238E27FC236}">
                <a16:creationId xmlns:a16="http://schemas.microsoft.com/office/drawing/2014/main" id="{6CDBC960-69B8-489D-B20E-25C4AF4D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7463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or</a:t>
            </a:r>
          </a:p>
        </p:txBody>
      </p:sp>
      <p:sp>
        <p:nvSpPr>
          <p:cNvPr id="11" name="logic-v0-3">
            <a:extLst xmlns:a="http://schemas.openxmlformats.org/drawingml/2006/main">
              <a:ext uri="{FF2B5EF4-FFF2-40B4-BE49-F238E27FC236}">
                <a16:creationId xmlns:a16="http://schemas.microsoft.com/office/drawing/2014/main" id="{AFD0C70E-7174-4E02-A8FF-DACCEEEA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2" name="logic-r1-c0">
            <a:extLst xmlns:a="http://schemas.openxmlformats.org/drawingml/2006/main">
              <a:ext uri="{FF2B5EF4-FFF2-40B4-BE49-F238E27FC236}">
                <a16:creationId xmlns:a16="http://schemas.microsoft.com/office/drawing/2014/main" id="{48027A94-CB80-4F51-A783-422BA7FA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09913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3" name="logic-r1-c1">
            <a:extLst xmlns:a="http://schemas.openxmlformats.org/drawingml/2006/main">
              <a:ext uri="{FF2B5EF4-FFF2-40B4-BE49-F238E27FC236}">
                <a16:creationId xmlns:a16="http://schemas.microsoft.com/office/drawing/2014/main" id="{56B106B5-0017-4C5A-86C3-24237CDF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09913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4" name="logic-v1-1">
            <a:extLst xmlns:a="http://schemas.openxmlformats.org/drawingml/2006/main">
              <a:ext uri="{FF2B5EF4-FFF2-40B4-BE49-F238E27FC236}">
                <a16:creationId xmlns:a16="http://schemas.microsoft.com/office/drawing/2014/main" id="{873882E7-78FB-49AD-96AE-FC4A3EF3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623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logic-r1-c2">
            <a:extLst xmlns:a="http://schemas.openxmlformats.org/drawingml/2006/main">
              <a:ext uri="{FF2B5EF4-FFF2-40B4-BE49-F238E27FC236}">
                <a16:creationId xmlns:a16="http://schemas.microsoft.com/office/drawing/2014/main" id="{7451996A-F6EE-4C33-ADF9-9D9198CD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09913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6" name="logic-v1-2">
            <a:extLst xmlns:a="http://schemas.openxmlformats.org/drawingml/2006/main">
              <a:ext uri="{FF2B5EF4-FFF2-40B4-BE49-F238E27FC236}">
                <a16:creationId xmlns:a16="http://schemas.microsoft.com/office/drawing/2014/main" id="{F286280F-DA8E-4851-8426-FD7AF226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623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logic-r1-c3">
            <a:extLst xmlns:a="http://schemas.openxmlformats.org/drawingml/2006/main">
              <a:ext uri="{FF2B5EF4-FFF2-40B4-BE49-F238E27FC236}">
                <a16:creationId xmlns:a16="http://schemas.microsoft.com/office/drawing/2014/main" id="{004C970E-FCB5-4C8E-A86C-6DF7AB1E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9913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8" name="logic-v1-3">
            <a:extLst xmlns:a="http://schemas.openxmlformats.org/drawingml/2006/main">
              <a:ext uri="{FF2B5EF4-FFF2-40B4-BE49-F238E27FC236}">
                <a16:creationId xmlns:a16="http://schemas.microsoft.com/office/drawing/2014/main" id="{B92356F0-F040-4EEF-A522-A57E4E51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logic-h1">
            <a:extLst xmlns:a="http://schemas.openxmlformats.org/drawingml/2006/main">
              <a:ext uri="{FF2B5EF4-FFF2-40B4-BE49-F238E27FC236}">
                <a16:creationId xmlns:a16="http://schemas.microsoft.com/office/drawing/2014/main" id="{D4D9398D-7153-4F0F-9DAB-F2BFE2AD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logic-band-2">
            <a:extLst xmlns:a="http://schemas.openxmlformats.org/drawingml/2006/main">
              <a:ext uri="{FF2B5EF4-FFF2-40B4-BE49-F238E27FC236}">
                <a16:creationId xmlns:a16="http://schemas.microsoft.com/office/drawing/2014/main" id="{1AB68ED4-8E6A-412A-B163-807A53B7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57588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ogic-r2-c0">
            <a:extLst xmlns:a="http://schemas.openxmlformats.org/drawingml/2006/main">
              <a:ext uri="{FF2B5EF4-FFF2-40B4-BE49-F238E27FC236}">
                <a16:creationId xmlns:a16="http://schemas.microsoft.com/office/drawing/2014/main" id="{9F6AC610-705F-4BF9-B3CF-0E4DC845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62363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22" name="logic-r2-c1">
            <a:extLst xmlns:a="http://schemas.openxmlformats.org/drawingml/2006/main">
              <a:ext uri="{FF2B5EF4-FFF2-40B4-BE49-F238E27FC236}">
                <a16:creationId xmlns:a16="http://schemas.microsoft.com/office/drawing/2014/main" id="{C8980A7F-05F3-485B-A248-72BD70AB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662363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23" name="logic-v2-1">
            <a:extLst xmlns:a="http://schemas.openxmlformats.org/drawingml/2006/main">
              <a:ext uri="{FF2B5EF4-FFF2-40B4-BE49-F238E27FC236}">
                <a16:creationId xmlns:a16="http://schemas.microsoft.com/office/drawing/2014/main" id="{CCA3BE60-0686-46F2-A722-523E5465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14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logic-r2-c2">
            <a:extLst xmlns:a="http://schemas.openxmlformats.org/drawingml/2006/main">
              <a:ext uri="{FF2B5EF4-FFF2-40B4-BE49-F238E27FC236}">
                <a16:creationId xmlns:a16="http://schemas.microsoft.com/office/drawing/2014/main" id="{F3562454-EA65-4DEE-96F8-78FEF2F9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62363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25" name="logic-v2-2">
            <a:extLst xmlns:a="http://schemas.openxmlformats.org/drawingml/2006/main">
              <a:ext uri="{FF2B5EF4-FFF2-40B4-BE49-F238E27FC236}">
                <a16:creationId xmlns:a16="http://schemas.microsoft.com/office/drawing/2014/main" id="{EECA5733-D759-4892-9599-E1EC1AA3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logic-r2-c3">
            <a:extLst xmlns:a="http://schemas.openxmlformats.org/drawingml/2006/main">
              <a:ext uri="{FF2B5EF4-FFF2-40B4-BE49-F238E27FC236}">
                <a16:creationId xmlns:a16="http://schemas.microsoft.com/office/drawing/2014/main" id="{2E332EE4-CE2C-4AF5-A44B-0273064A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62363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27" name="logic-v2-3">
            <a:extLst xmlns:a="http://schemas.openxmlformats.org/drawingml/2006/main">
              <a:ext uri="{FF2B5EF4-FFF2-40B4-BE49-F238E27FC236}">
                <a16:creationId xmlns:a16="http://schemas.microsoft.com/office/drawing/2014/main" id="{79F98C37-8E2B-4B23-861D-3266D613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logic-h2">
            <a:extLst xmlns:a="http://schemas.openxmlformats.org/drawingml/2006/main">
              <a:ext uri="{FF2B5EF4-FFF2-40B4-BE49-F238E27FC236}">
                <a16:creationId xmlns:a16="http://schemas.microsoft.com/office/drawing/2014/main" id="{0ECF4A1A-2E50-4BF7-8524-48E16B99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logic-r3-c0">
            <a:extLst xmlns:a="http://schemas.openxmlformats.org/drawingml/2006/main">
              <a:ext uri="{FF2B5EF4-FFF2-40B4-BE49-F238E27FC236}">
                <a16:creationId xmlns:a16="http://schemas.microsoft.com/office/drawing/2014/main" id="{A10AC560-1A66-4CA7-9CB5-BEFB0637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4813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30" name="logic-r3-c1">
            <a:extLst xmlns:a="http://schemas.openxmlformats.org/drawingml/2006/main">
              <a:ext uri="{FF2B5EF4-FFF2-40B4-BE49-F238E27FC236}">
                <a16:creationId xmlns:a16="http://schemas.microsoft.com/office/drawing/2014/main" id="{50AC7DDD-4F35-42E6-BA06-9CF9E4F9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14813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31" name="logic-v3-1">
            <a:extLst xmlns:a="http://schemas.openxmlformats.org/drawingml/2006/main">
              <a:ext uri="{FF2B5EF4-FFF2-40B4-BE49-F238E27FC236}">
                <a16:creationId xmlns:a16="http://schemas.microsoft.com/office/drawing/2014/main" id="{CCF53ECC-6824-4353-A9D7-A385EAEF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67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logic-r3-c2">
            <a:extLst xmlns:a="http://schemas.openxmlformats.org/drawingml/2006/main">
              <a:ext uri="{FF2B5EF4-FFF2-40B4-BE49-F238E27FC236}">
                <a16:creationId xmlns:a16="http://schemas.microsoft.com/office/drawing/2014/main" id="{0F04842A-88DC-4DC7-89FF-6A6F131F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14813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33" name="logic-v3-2">
            <a:extLst xmlns:a="http://schemas.openxmlformats.org/drawingml/2006/main">
              <a:ext uri="{FF2B5EF4-FFF2-40B4-BE49-F238E27FC236}">
                <a16:creationId xmlns:a16="http://schemas.microsoft.com/office/drawing/2014/main" id="{C22A8F88-448B-433B-BDD6-660D0164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67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logic-r3-c3">
            <a:extLst xmlns:a="http://schemas.openxmlformats.org/drawingml/2006/main">
              <a:ext uri="{FF2B5EF4-FFF2-40B4-BE49-F238E27FC236}">
                <a16:creationId xmlns:a16="http://schemas.microsoft.com/office/drawing/2014/main" id="{696E5663-B127-44EC-9221-10CB879A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4813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35" name="logic-v3-3">
            <a:extLst xmlns:a="http://schemas.openxmlformats.org/drawingml/2006/main">
              <a:ext uri="{FF2B5EF4-FFF2-40B4-BE49-F238E27FC236}">
                <a16:creationId xmlns:a16="http://schemas.microsoft.com/office/drawing/2014/main" id="{EA332EF9-9101-4F4A-A4E5-88A25116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logic-h3">
            <a:extLst xmlns:a="http://schemas.openxmlformats.org/drawingml/2006/main">
              <a:ext uri="{FF2B5EF4-FFF2-40B4-BE49-F238E27FC236}">
                <a16:creationId xmlns:a16="http://schemas.microsoft.com/office/drawing/2014/main" id="{AE9199CB-DBC1-4D7D-BCD6-2AC1FAAE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7" name="logic-band-4">
            <a:extLst xmlns:a="http://schemas.openxmlformats.org/drawingml/2006/main">
              <a:ext uri="{FF2B5EF4-FFF2-40B4-BE49-F238E27FC236}">
                <a16:creationId xmlns:a16="http://schemas.microsoft.com/office/drawing/2014/main" id="{13D7D26F-2788-4379-A7BF-56D4DEFA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2488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ogic-r4-c0">
            <a:extLst xmlns:a="http://schemas.openxmlformats.org/drawingml/2006/main">
              <a:ext uri="{FF2B5EF4-FFF2-40B4-BE49-F238E27FC236}">
                <a16:creationId xmlns:a16="http://schemas.microsoft.com/office/drawing/2014/main" id="{72C49359-7019-44FE-90B8-15C9B9B5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7263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39" name="logic-r4-c1">
            <a:extLst xmlns:a="http://schemas.openxmlformats.org/drawingml/2006/main">
              <a:ext uri="{FF2B5EF4-FFF2-40B4-BE49-F238E27FC236}">
                <a16:creationId xmlns:a16="http://schemas.microsoft.com/office/drawing/2014/main" id="{FF1FBB3B-4D3E-481A-AD8F-64F32974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67263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40" name="logic-v4-1">
            <a:extLst xmlns:a="http://schemas.openxmlformats.org/drawingml/2006/main">
              <a:ext uri="{FF2B5EF4-FFF2-40B4-BE49-F238E27FC236}">
                <a16:creationId xmlns:a16="http://schemas.microsoft.com/office/drawing/2014/main" id="{1941B0D5-C66D-411C-A22F-8B83ACDA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19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logic-r4-c2">
            <a:extLst xmlns:a="http://schemas.openxmlformats.org/drawingml/2006/main">
              <a:ext uri="{FF2B5EF4-FFF2-40B4-BE49-F238E27FC236}">
                <a16:creationId xmlns:a16="http://schemas.microsoft.com/office/drawing/2014/main" id="{E54C8F72-3AA9-4932-8C92-896B6A78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67263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42" name="logic-v4-2">
            <a:extLst xmlns:a="http://schemas.openxmlformats.org/drawingml/2006/main">
              <a:ext uri="{FF2B5EF4-FFF2-40B4-BE49-F238E27FC236}">
                <a16:creationId xmlns:a16="http://schemas.microsoft.com/office/drawing/2014/main" id="{FD563345-457C-4981-B633-D1710FEE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9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3" name="logic-r4-c3">
            <a:extLst xmlns:a="http://schemas.openxmlformats.org/drawingml/2006/main">
              <a:ext uri="{FF2B5EF4-FFF2-40B4-BE49-F238E27FC236}">
                <a16:creationId xmlns:a16="http://schemas.microsoft.com/office/drawing/2014/main" id="{2413B38C-3D24-499A-9503-373580CD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7263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44" name="logic-v4-3">
            <a:extLst xmlns:a="http://schemas.openxmlformats.org/drawingml/2006/main">
              <a:ext uri="{FF2B5EF4-FFF2-40B4-BE49-F238E27FC236}">
                <a16:creationId xmlns:a16="http://schemas.microsoft.com/office/drawing/2014/main" id="{6B207CB9-37B2-4ACD-BE74-3CFC6ACF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19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5" name="logic-h4">
            <a:extLst xmlns:a="http://schemas.openxmlformats.org/drawingml/2006/main">
              <a:ext uri="{FF2B5EF4-FFF2-40B4-BE49-F238E27FC236}">
                <a16:creationId xmlns:a16="http://schemas.microsoft.com/office/drawing/2014/main" id="{95FB6B83-1930-4DFA-9801-85D62966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6" name="not-logic">
            <a:extLst xmlns:a="http://schemas.openxmlformats.org/drawingml/2006/main">
              <a:ext uri="{FF2B5EF4-FFF2-40B4-BE49-F238E27FC236}">
                <a16:creationId xmlns:a16="http://schemas.microsoft.com/office/drawing/2014/main" id="{BFD43580-D5CE-4351-B212-BE9E27F8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453063"/>
            <a:ext cx="542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47" name="not-logic-copy">
            <a:extLst xmlns:a="http://schemas.openxmlformats.org/drawingml/2006/main">
              <a:ext uri="{FF2B5EF4-FFF2-40B4-BE49-F238E27FC236}">
                <a16:creationId xmlns:a16="http://schemas.microsoft.com/office/drawing/2014/main" id="{6B8EFE49-B9D4-46D0-803B-893C638A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43563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not membalik True menjadi False, dan sebaliknya.</a:t>
            </a:r>
          </a:p>
        </p:txBody>
      </p:sp>
    </p:spTree>
    <p:extLst>
      <p:ext uri="{BB962C8B-B14F-4D97-AF65-F5344CB8AC3E}">
        <p14:creationId xmlns:p14="http://schemas.microsoft.com/office/powerpoint/2010/main" val="14054408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3D6385-A723-4E7D-B832-F28A5FFE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Kondisi bertingkat dan kondisi terpisah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8B9AAA-32FB-4645-AB9D-64D7CB04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 bentuk kondisi berdasarkan hubungan antaraturan.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3A1B450-3B13-4590-B538-0CEB4402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nested-if-panel">
            <a:extLst xmlns:a="http://schemas.openxmlformats.org/drawingml/2006/main">
              <a:ext uri="{FF2B5EF4-FFF2-40B4-BE49-F238E27FC236}">
                <a16:creationId xmlns:a16="http://schemas.microsoft.com/office/drawing/2014/main" id="{51F15248-3BCD-4C0E-844E-FED31847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4762500" cy="2524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nested-if-head">
            <a:extLst xmlns:a="http://schemas.openxmlformats.org/drawingml/2006/main">
              <a:ext uri="{FF2B5EF4-FFF2-40B4-BE49-F238E27FC236}">
                <a16:creationId xmlns:a16="http://schemas.microsoft.com/office/drawing/2014/main" id="{5192CB82-2AA6-4FA6-A8FA-924B79A5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7717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Bertingkat</a:t>
            </a:r>
          </a:p>
        </p:txBody>
      </p:sp>
      <p:sp>
        <p:nvSpPr>
          <p:cNvPr id="6" name="nested-if-body">
            <a:extLst xmlns:a="http://schemas.openxmlformats.org/drawingml/2006/main">
              <a:ext uri="{FF2B5EF4-FFF2-40B4-BE49-F238E27FC236}">
                <a16:creationId xmlns:a16="http://schemas.microsoft.com/office/drawing/2014/main" id="{F8EF6C27-0313-4A50-9A7B-851D4CA7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24200"/>
            <a:ext cx="43434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Validasi berat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    lalu cek stok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Langkah kedua hanya perlu jika berat lolos.</a:t>
            </a:r>
          </a:p>
        </p:txBody>
      </p:sp>
      <p:sp>
        <p:nvSpPr>
          <p:cNvPr id="7" name="independent-if-panel">
            <a:extLst xmlns:a="http://schemas.openxmlformats.org/drawingml/2006/main">
              <a:ext uri="{FF2B5EF4-FFF2-40B4-BE49-F238E27FC236}">
                <a16:creationId xmlns:a16="http://schemas.microsoft.com/office/drawing/2014/main" id="{2F768C87-1B32-49C7-9D59-8677F4EE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38425"/>
            <a:ext cx="4762500" cy="2524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8" name="independent-if-head">
            <a:extLst xmlns:a="http://schemas.openxmlformats.org/drawingml/2006/main">
              <a:ext uri="{FF2B5EF4-FFF2-40B4-BE49-F238E27FC236}">
                <a16:creationId xmlns:a16="http://schemas.microsoft.com/office/drawing/2014/main" id="{6B1190E7-CAA6-46C7-843E-2286DF81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717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Terpisah</a:t>
            </a:r>
          </a:p>
        </p:txBody>
      </p:sp>
      <p:sp>
        <p:nvSpPr>
          <p:cNvPr id="9" name="independent-if-body">
            <a:extLst xmlns:a="http://schemas.openxmlformats.org/drawingml/2006/main">
              <a:ext uri="{FF2B5EF4-FFF2-40B4-BE49-F238E27FC236}">
                <a16:creationId xmlns:a16="http://schemas.microsoft.com/office/drawing/2014/main" id="{854D43CB-18DF-4950-9761-4C1E8F8B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24200"/>
            <a:ext cx="43434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Cek kemasan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Cek label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Kedua masalah dapat dicatat sekaligus.</a:t>
            </a:r>
          </a:p>
        </p:txBody>
      </p:sp>
      <p:sp>
        <p:nvSpPr>
          <p:cNvPr id="10" name="condition-example">
            <a:extLst xmlns:a="http://schemas.openxmlformats.org/drawingml/2006/main">
              <a:ext uri="{FF2B5EF4-FFF2-40B4-BE49-F238E27FC236}">
                <a16:creationId xmlns:a16="http://schemas.microsoft.com/office/drawing/2014/main" id="{A42BAF11-C119-42D1-8502-548EFB75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340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Contoh batas: 480 &lt;= berat &lt;= 520 menerima nilai 480 dan 520.</a:t>
            </a:r>
          </a:p>
        </p:txBody>
      </p:sp>
    </p:spTree>
    <p:extLst>
      <p:ext uri="{BB962C8B-B14F-4D97-AF65-F5344CB8AC3E}">
        <p14:creationId xmlns:p14="http://schemas.microsoft.com/office/powerpoint/2010/main" val="11952153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FDECA3-300B-4B52-889B-8BB3F074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match/case dan pass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8AFB6F-FCDD-4B4B-92CE-53D79D52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match/case memilih tindakan berdasarkan satu nilai yang memiliki beberapa kemungkinan.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8C71359-E075-40FC-8358-E5398353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match-code-bg">
            <a:extLst xmlns:a="http://schemas.openxmlformats.org/drawingml/2006/main">
              <a:ext uri="{FF2B5EF4-FFF2-40B4-BE49-F238E27FC236}">
                <a16:creationId xmlns:a16="http://schemas.microsoft.com/office/drawing/2014/main" id="{DCE61D0C-4435-422F-B870-3B7D903E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90813"/>
            <a:ext cx="6000750" cy="319087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match-code-text">
            <a:extLst xmlns:a="http://schemas.openxmlformats.org/drawingml/2006/main">
              <a:ext uri="{FF2B5EF4-FFF2-40B4-BE49-F238E27FC236}">
                <a16:creationId xmlns:a16="http://schemas.microsoft.com/office/drawing/2014/main" id="{D1834B20-057B-45FD-A213-BABAC59B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0363"/>
            <a:ext cx="552450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match kode_layanan: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case "REG":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tarif = 12000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case "EXP":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tarif = 20000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case _: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tarif = None</a:t>
            </a:r>
          </a:p>
        </p:txBody>
      </p:sp>
      <p:sp>
        <p:nvSpPr>
          <p:cNvPr id="6" name="case-default-panel">
            <a:extLst xmlns:a="http://schemas.openxmlformats.org/drawingml/2006/main">
              <a:ext uri="{FF2B5EF4-FFF2-40B4-BE49-F238E27FC236}">
                <a16:creationId xmlns:a16="http://schemas.microsoft.com/office/drawing/2014/main" id="{C493DB7B-DA41-454C-AFC5-61E89F2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43213"/>
            <a:ext cx="3238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case-default-head">
            <a:extLst xmlns:a="http://schemas.openxmlformats.org/drawingml/2006/main">
              <a:ext uri="{FF2B5EF4-FFF2-40B4-BE49-F238E27FC236}">
                <a16:creationId xmlns:a16="http://schemas.microsoft.com/office/drawing/2014/main" id="{40FBBD34-921A-4C47-95C9-FC87415D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76563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case _</a:t>
            </a:r>
          </a:p>
        </p:txBody>
      </p:sp>
      <p:sp>
        <p:nvSpPr>
          <p:cNvPr id="8" name="case-default-body">
            <a:extLst xmlns:a="http://schemas.openxmlformats.org/drawingml/2006/main">
              <a:ext uri="{FF2B5EF4-FFF2-40B4-BE49-F238E27FC236}">
                <a16:creationId xmlns:a16="http://schemas.microsoft.com/office/drawing/2014/main" id="{56EE3E89-02AB-4324-8336-FE7144FC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28988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Pilihan default untuk nilai lain.</a:t>
            </a:r>
          </a:p>
        </p:txBody>
      </p:sp>
      <p:sp>
        <p:nvSpPr>
          <p:cNvPr id="9" name="pass-panel">
            <a:extLst xmlns:a="http://schemas.openxmlformats.org/drawingml/2006/main">
              <a:ext uri="{FF2B5EF4-FFF2-40B4-BE49-F238E27FC236}">
                <a16:creationId xmlns:a16="http://schemas.microsoft.com/office/drawing/2014/main" id="{4F75ADFA-B931-4957-9624-9FF015CE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24363"/>
            <a:ext cx="3238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pass-head">
            <a:extLst xmlns:a="http://schemas.openxmlformats.org/drawingml/2006/main">
              <a:ext uri="{FF2B5EF4-FFF2-40B4-BE49-F238E27FC236}">
                <a16:creationId xmlns:a16="http://schemas.microsoft.com/office/drawing/2014/main" id="{1D279DDB-3A6B-447C-8B59-9CD2B4DF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7713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pass</a:t>
            </a:r>
          </a:p>
        </p:txBody>
      </p:sp>
      <p:sp>
        <p:nvSpPr>
          <p:cNvPr id="11" name="pass-body">
            <a:extLst xmlns:a="http://schemas.openxmlformats.org/drawingml/2006/main">
              <a:ext uri="{FF2B5EF4-FFF2-40B4-BE49-F238E27FC236}">
                <a16:creationId xmlns:a16="http://schemas.microsoft.com/office/drawing/2014/main" id="{E1B49E81-74FE-4CD1-8387-7941EB5D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0138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Placeholder. Blok valid, belum menjalankan tindakan.</a:t>
            </a:r>
          </a:p>
        </p:txBody>
      </p:sp>
    </p:spTree>
    <p:extLst>
      <p:ext uri="{BB962C8B-B14F-4D97-AF65-F5344CB8AC3E}">
        <p14:creationId xmlns:p14="http://schemas.microsoft.com/office/powerpoint/2010/main" val="7883201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633108-1AB7-4701-8FE4-F1D2E9D2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 dan while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9E880A-50AA-48BE-898D-E978C257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for mengikuti urutan data. while berjalan selama kondisi masih benar.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449D608-2674-47F7-9946-0F26349D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for-loop-panel">
            <a:extLst xmlns:a="http://schemas.openxmlformats.org/drawingml/2006/main">
              <a:ext uri="{FF2B5EF4-FFF2-40B4-BE49-F238E27FC236}">
                <a16:creationId xmlns:a16="http://schemas.microsoft.com/office/drawing/2014/main" id="{6AF6E0C3-80AB-45D2-B1DD-65BACCFF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4762500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for-loop-head">
            <a:extLst xmlns:a="http://schemas.openxmlformats.org/drawingml/2006/main">
              <a:ext uri="{FF2B5EF4-FFF2-40B4-BE49-F238E27FC236}">
                <a16:creationId xmlns:a16="http://schemas.microsoft.com/office/drawing/2014/main" id="{05EE3ED9-0F85-41AC-A843-74F859A6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337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</a:t>
            </a:r>
          </a:p>
        </p:txBody>
      </p:sp>
      <p:sp>
        <p:nvSpPr>
          <p:cNvPr id="6" name="for-loop-body">
            <a:extLst xmlns:a="http://schemas.openxmlformats.org/drawingml/2006/main">
              <a:ext uri="{FF2B5EF4-FFF2-40B4-BE49-F238E27FC236}">
                <a16:creationId xmlns:a16="http://schemas.microsoft.com/office/drawing/2014/main" id="{23C7AD60-C56D-4A89-B1B1-86D3E714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86150"/>
            <a:ext cx="4343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for transaksi in penjualan: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    total += transaksi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item diproses satu kali.</a:t>
            </a:r>
          </a:p>
        </p:txBody>
      </p:sp>
      <p:sp>
        <p:nvSpPr>
          <p:cNvPr id="7" name="while-loop-panel">
            <a:extLst xmlns:a="http://schemas.openxmlformats.org/drawingml/2006/main">
              <a:ext uri="{FF2B5EF4-FFF2-40B4-BE49-F238E27FC236}">
                <a16:creationId xmlns:a16="http://schemas.microsoft.com/office/drawing/2014/main" id="{FA143F9E-B0A8-4C02-80FC-B9B683D3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4762500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8" name="while-loop-head">
            <a:extLst xmlns:a="http://schemas.openxmlformats.org/drawingml/2006/main">
              <a:ext uri="{FF2B5EF4-FFF2-40B4-BE49-F238E27FC236}">
                <a16:creationId xmlns:a16="http://schemas.microsoft.com/office/drawing/2014/main" id="{8542E81D-57BB-41D6-8EC9-C91B4422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337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while</a:t>
            </a:r>
          </a:p>
        </p:txBody>
      </p:sp>
      <p:sp>
        <p:nvSpPr>
          <p:cNvPr id="9" name="while-loop-body">
            <a:extLst xmlns:a="http://schemas.openxmlformats.org/drawingml/2006/main">
              <a:ext uri="{FF2B5EF4-FFF2-40B4-BE49-F238E27FC236}">
                <a16:creationId xmlns:a16="http://schemas.microsoft.com/office/drawing/2014/main" id="{79613107-2A21-4080-996A-577A685C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86150"/>
            <a:ext cx="4343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while stok &gt; 0: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    layani_pesanan()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    stok -=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Keadaan berubah hingga loop berhenti.</a:t>
            </a:r>
          </a:p>
        </p:txBody>
      </p:sp>
    </p:spTree>
    <p:extLst>
      <p:ext uri="{BB962C8B-B14F-4D97-AF65-F5344CB8AC3E}">
        <p14:creationId xmlns:p14="http://schemas.microsoft.com/office/powerpoint/2010/main" val="1405802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F3E340-BEEB-482E-9530-D39F44E4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range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9C06BE-2775-4677-B406-447FD9E2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range(start, stop, step) membuat urutan bilangan. Nilai stop tidak disertakan.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7AAC441-A180-46F8-8B43-22CE2BF0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range-expr-0">
            <a:extLst xmlns:a="http://schemas.openxmlformats.org/drawingml/2006/main">
              <a:ext uri="{FF2B5EF4-FFF2-40B4-BE49-F238E27FC236}">
                <a16:creationId xmlns:a16="http://schemas.microsoft.com/office/drawing/2014/main" id="{A9F46426-6956-4E77-A2A7-1E7DE456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28863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range(1, 5)</a:t>
            </a:r>
          </a:p>
        </p:txBody>
      </p:sp>
      <p:sp>
        <p:nvSpPr>
          <p:cNvPr id="5" name="range-bg-0">
            <a:extLst xmlns:a="http://schemas.openxmlformats.org/drawingml/2006/main">
              <a:ext uri="{FF2B5EF4-FFF2-40B4-BE49-F238E27FC236}">
                <a16:creationId xmlns:a16="http://schemas.microsoft.com/office/drawing/2014/main" id="{469DE43E-5FE8-444C-A5F6-30B84D6C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81238"/>
            <a:ext cx="4953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" name="range-sequence-0">
            <a:extLst xmlns:a="http://schemas.openxmlformats.org/drawingml/2006/main">
              <a:ext uri="{FF2B5EF4-FFF2-40B4-BE49-F238E27FC236}">
                <a16:creationId xmlns:a16="http://schemas.microsoft.com/office/drawing/2014/main" id="{D126246C-EDC9-4464-8D33-F34EA526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43163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8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1   2   3   4</a:t>
            </a:r>
          </a:p>
        </p:txBody>
      </p:sp>
      <p:sp>
        <p:nvSpPr>
          <p:cNvPr id="7" name="range-expr-1">
            <a:extLst xmlns:a="http://schemas.openxmlformats.org/drawingml/2006/main">
              <a:ext uri="{FF2B5EF4-FFF2-40B4-BE49-F238E27FC236}">
                <a16:creationId xmlns:a16="http://schemas.microsoft.com/office/drawing/2014/main" id="{561CFB44-D30E-4D10-915A-201C0EE3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90913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range(0, 6, 2)</a:t>
            </a:r>
          </a:p>
        </p:txBody>
      </p:sp>
      <p:sp>
        <p:nvSpPr>
          <p:cNvPr id="8" name="range-bg-1">
            <a:extLst xmlns:a="http://schemas.openxmlformats.org/drawingml/2006/main">
              <a:ext uri="{FF2B5EF4-FFF2-40B4-BE49-F238E27FC236}">
                <a16:creationId xmlns:a16="http://schemas.microsoft.com/office/drawing/2014/main" id="{623043A4-EA6E-4265-96CA-0AFF9097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43288"/>
            <a:ext cx="4953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9" name="range-sequence-1">
            <a:extLst xmlns:a="http://schemas.openxmlformats.org/drawingml/2006/main">
              <a:ext uri="{FF2B5EF4-FFF2-40B4-BE49-F238E27FC236}">
                <a16:creationId xmlns:a16="http://schemas.microsoft.com/office/drawing/2014/main" id="{7D2C3869-824A-4259-8469-9E0D6F9D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05213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8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0   2   4</a:t>
            </a:r>
          </a:p>
        </p:txBody>
      </p:sp>
      <p:sp>
        <p:nvSpPr>
          <p:cNvPr id="10" name="range-expr-2">
            <a:extLst xmlns:a="http://schemas.openxmlformats.org/drawingml/2006/main">
              <a:ext uri="{FF2B5EF4-FFF2-40B4-BE49-F238E27FC236}">
                <a16:creationId xmlns:a16="http://schemas.microsoft.com/office/drawing/2014/main" id="{E904A9D3-4E9A-4DC1-B852-22EFA9FD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52963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range(5, 0, -2)</a:t>
            </a:r>
          </a:p>
        </p:txBody>
      </p:sp>
      <p:sp>
        <p:nvSpPr>
          <p:cNvPr id="11" name="range-bg-2">
            <a:extLst xmlns:a="http://schemas.openxmlformats.org/drawingml/2006/main">
              <a:ext uri="{FF2B5EF4-FFF2-40B4-BE49-F238E27FC236}">
                <a16:creationId xmlns:a16="http://schemas.microsoft.com/office/drawing/2014/main" id="{1C9C93D9-2321-470D-8B8D-DE6742C2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4953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2" name="range-sequence-2">
            <a:extLst xmlns:a="http://schemas.openxmlformats.org/drawingml/2006/main">
              <a:ext uri="{FF2B5EF4-FFF2-40B4-BE49-F238E27FC236}">
                <a16:creationId xmlns:a16="http://schemas.microsoft.com/office/drawing/2014/main" id="{1A063B41-15B9-4070-A1F9-3C887B19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67263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8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5   3   1</a:t>
            </a:r>
          </a:p>
        </p:txBody>
      </p:sp>
      <p:sp>
        <p:nvSpPr>
          <p:cNvPr id="13" name="range-dimensions">
            <a:extLst xmlns:a="http://schemas.openxmlformats.org/drawingml/2006/main">
              <a:ext uri="{FF2B5EF4-FFF2-40B4-BE49-F238E27FC236}">
                <a16:creationId xmlns:a16="http://schemas.microsoft.com/office/drawing/2014/main" id="{039EB258-B0AE-4177-9490-34775C4F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86463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start menentukan awal, step menentukan jarak antarangka.</a:t>
            </a:r>
          </a:p>
        </p:txBody>
      </p:sp>
    </p:spTree>
    <p:extLst>
      <p:ext uri="{BB962C8B-B14F-4D97-AF65-F5344CB8AC3E}">
        <p14:creationId xmlns:p14="http://schemas.microsoft.com/office/powerpoint/2010/main" val="988868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03FC7A-06AC-4512-94E8-2A13FD2D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enumerate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F7ECC4-E6E6-4AF9-B0E0-94D34594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enumerate(data) menghasilkan indeks bersama nilai pada setiap item.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021588D-9913-4271-88DF-973AE2B0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enumerate-table-head-bg">
            <a:extLst xmlns:a="http://schemas.openxmlformats.org/drawingml/2006/main">
              <a:ext uri="{FF2B5EF4-FFF2-40B4-BE49-F238E27FC236}">
                <a16:creationId xmlns:a16="http://schemas.microsoft.com/office/drawing/2014/main" id="{DDA5F2D5-BACC-4BE4-A40C-3A4D85A8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43163"/>
            <a:ext cx="85725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enumerate-table-r0-c0">
            <a:extLst xmlns:a="http://schemas.openxmlformats.org/drawingml/2006/main">
              <a:ext uri="{FF2B5EF4-FFF2-40B4-BE49-F238E27FC236}">
                <a16:creationId xmlns:a16="http://schemas.microsoft.com/office/drawing/2014/main" id="{58057F41-80D4-40A9-82C7-E7062381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547938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Indeks</a:t>
            </a:r>
          </a:p>
        </p:txBody>
      </p:sp>
      <p:sp>
        <p:nvSpPr>
          <p:cNvPr id="6" name="enumerate-table-r0-c1">
            <a:extLst xmlns:a="http://schemas.openxmlformats.org/drawingml/2006/main">
              <a:ext uri="{FF2B5EF4-FFF2-40B4-BE49-F238E27FC236}">
                <a16:creationId xmlns:a16="http://schemas.microsoft.com/office/drawing/2014/main" id="{ACE431FF-D513-4E2C-9A20-0015DFF5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47938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Nama</a:t>
            </a:r>
          </a:p>
        </p:txBody>
      </p:sp>
      <p:sp>
        <p:nvSpPr>
          <p:cNvPr id="7" name="enumerate-table-v0-1">
            <a:extLst xmlns:a="http://schemas.openxmlformats.org/drawingml/2006/main">
              <a:ext uri="{FF2B5EF4-FFF2-40B4-BE49-F238E27FC236}">
                <a16:creationId xmlns:a16="http://schemas.microsoft.com/office/drawing/2014/main" id="{24F465B2-1701-4133-9028-500E7969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05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enumerate-table-r0-c2">
            <a:extLst xmlns:a="http://schemas.openxmlformats.org/drawingml/2006/main">
              <a:ext uri="{FF2B5EF4-FFF2-40B4-BE49-F238E27FC236}">
                <a16:creationId xmlns:a16="http://schemas.microsoft.com/office/drawing/2014/main" id="{8B6D2008-2445-4C91-963A-5D6F9C6F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47938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Nomor tampilan</a:t>
            </a:r>
          </a:p>
        </p:txBody>
      </p:sp>
      <p:sp>
        <p:nvSpPr>
          <p:cNvPr id="9" name="enumerate-table-v0-2">
            <a:extLst xmlns:a="http://schemas.openxmlformats.org/drawingml/2006/main">
              <a:ext uri="{FF2B5EF4-FFF2-40B4-BE49-F238E27FC236}">
                <a16:creationId xmlns:a16="http://schemas.microsoft.com/office/drawing/2014/main" id="{6F247544-5977-41D1-84AD-8D4AD3D4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05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enumerate-table-r1-c0">
            <a:extLst xmlns:a="http://schemas.openxmlformats.org/drawingml/2006/main">
              <a:ext uri="{FF2B5EF4-FFF2-40B4-BE49-F238E27FC236}">
                <a16:creationId xmlns:a16="http://schemas.microsoft.com/office/drawing/2014/main" id="{74CA25CD-73F3-492F-86B3-62E4941D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00388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11" name="enumerate-table-r1-c1">
            <a:extLst xmlns:a="http://schemas.openxmlformats.org/drawingml/2006/main">
              <a:ext uri="{FF2B5EF4-FFF2-40B4-BE49-F238E27FC236}">
                <a16:creationId xmlns:a16="http://schemas.microsoft.com/office/drawing/2014/main" id="{0BBA5EC8-0A46-4FD5-9B38-B10AEF9D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00388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Rani</a:t>
            </a:r>
          </a:p>
        </p:txBody>
      </p:sp>
      <p:sp>
        <p:nvSpPr>
          <p:cNvPr id="12" name="enumerate-table-v1-1">
            <a:extLst xmlns:a="http://schemas.openxmlformats.org/drawingml/2006/main">
              <a:ext uri="{FF2B5EF4-FFF2-40B4-BE49-F238E27FC236}">
                <a16:creationId xmlns:a16="http://schemas.microsoft.com/office/drawing/2014/main" id="{83F38C68-A6A8-41B6-8CB1-B8983522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57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enumerate-table-r1-c2">
            <a:extLst xmlns:a="http://schemas.openxmlformats.org/drawingml/2006/main">
              <a:ext uri="{FF2B5EF4-FFF2-40B4-BE49-F238E27FC236}">
                <a16:creationId xmlns:a16="http://schemas.microsoft.com/office/drawing/2014/main" id="{C4921EE3-2329-407A-859C-D6CB5685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00388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4" name="enumerate-table-v1-2">
            <a:extLst xmlns:a="http://schemas.openxmlformats.org/drawingml/2006/main">
              <a:ext uri="{FF2B5EF4-FFF2-40B4-BE49-F238E27FC236}">
                <a16:creationId xmlns:a16="http://schemas.microsoft.com/office/drawing/2014/main" id="{F0A441B1-D6E9-4B73-975B-C3C081B7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57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enumerate-table-h1">
            <a:extLst xmlns:a="http://schemas.openxmlformats.org/drawingml/2006/main">
              <a:ext uri="{FF2B5EF4-FFF2-40B4-BE49-F238E27FC236}">
                <a16:creationId xmlns:a16="http://schemas.microsoft.com/office/drawing/2014/main" id="{435E2C74-F404-408F-86AB-CE70916F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194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enumerate-table-band-2">
            <a:extLst xmlns:a="http://schemas.openxmlformats.org/drawingml/2006/main">
              <a:ext uri="{FF2B5EF4-FFF2-40B4-BE49-F238E27FC236}">
                <a16:creationId xmlns:a16="http://schemas.microsoft.com/office/drawing/2014/main" id="{ECC6B022-8431-4101-981A-8F4AAD3C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8063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numerate-table-r2-c0">
            <a:extLst xmlns:a="http://schemas.openxmlformats.org/drawingml/2006/main">
              <a:ext uri="{FF2B5EF4-FFF2-40B4-BE49-F238E27FC236}">
                <a16:creationId xmlns:a16="http://schemas.microsoft.com/office/drawing/2014/main" id="{634DE138-26EC-427D-ABB4-125AE915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652838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8" name="enumerate-table-r2-c1">
            <a:extLst xmlns:a="http://schemas.openxmlformats.org/drawingml/2006/main">
              <a:ext uri="{FF2B5EF4-FFF2-40B4-BE49-F238E27FC236}">
                <a16:creationId xmlns:a16="http://schemas.microsoft.com/office/drawing/2014/main" id="{674399F4-43EF-4648-B873-E535432A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52838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Dimas</a:t>
            </a:r>
          </a:p>
        </p:txBody>
      </p:sp>
      <p:sp>
        <p:nvSpPr>
          <p:cNvPr id="19" name="enumerate-table-v2-1">
            <a:extLst xmlns:a="http://schemas.openxmlformats.org/drawingml/2006/main">
              <a:ext uri="{FF2B5EF4-FFF2-40B4-BE49-F238E27FC236}">
                <a16:creationId xmlns:a16="http://schemas.microsoft.com/office/drawing/2014/main" id="{F488E1AE-26A5-4D49-85AC-5A4C1AFC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10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enumerate-table-r2-c2">
            <a:extLst xmlns:a="http://schemas.openxmlformats.org/drawingml/2006/main">
              <a:ext uri="{FF2B5EF4-FFF2-40B4-BE49-F238E27FC236}">
                <a16:creationId xmlns:a16="http://schemas.microsoft.com/office/drawing/2014/main" id="{3C8837FA-3414-4F9F-B04B-5F487AB1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652838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21" name="enumerate-table-v2-2">
            <a:extLst xmlns:a="http://schemas.openxmlformats.org/drawingml/2006/main">
              <a:ext uri="{FF2B5EF4-FFF2-40B4-BE49-F238E27FC236}">
                <a16:creationId xmlns:a16="http://schemas.microsoft.com/office/drawing/2014/main" id="{E5424514-3190-4A78-9C3B-0A1C0057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10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enumerate-table-h2">
            <a:extLst xmlns:a="http://schemas.openxmlformats.org/drawingml/2006/main">
              <a:ext uri="{FF2B5EF4-FFF2-40B4-BE49-F238E27FC236}">
                <a16:creationId xmlns:a16="http://schemas.microsoft.com/office/drawing/2014/main" id="{A85C6876-CECE-4695-AA55-669F5B0D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719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enumerate-table-r3-c0">
            <a:extLst xmlns:a="http://schemas.openxmlformats.org/drawingml/2006/main">
              <a:ext uri="{FF2B5EF4-FFF2-40B4-BE49-F238E27FC236}">
                <a16:creationId xmlns:a16="http://schemas.microsoft.com/office/drawing/2014/main" id="{83C9EA49-20B4-47C7-8B68-2D4B4AB4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205288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24" name="enumerate-table-r3-c1">
            <a:extLst xmlns:a="http://schemas.openxmlformats.org/drawingml/2006/main">
              <a:ext uri="{FF2B5EF4-FFF2-40B4-BE49-F238E27FC236}">
                <a16:creationId xmlns:a16="http://schemas.microsoft.com/office/drawing/2014/main" id="{F86CDB16-41C0-4A34-8192-DA1A831C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05288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Salsa</a:t>
            </a:r>
          </a:p>
        </p:txBody>
      </p:sp>
      <p:sp>
        <p:nvSpPr>
          <p:cNvPr id="25" name="enumerate-table-v3-1">
            <a:extLst xmlns:a="http://schemas.openxmlformats.org/drawingml/2006/main">
              <a:ext uri="{FF2B5EF4-FFF2-40B4-BE49-F238E27FC236}">
                <a16:creationId xmlns:a16="http://schemas.microsoft.com/office/drawing/2014/main" id="{02414CAE-0A28-479E-8AA6-C31C1DD6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62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enumerate-table-r3-c2">
            <a:extLst xmlns:a="http://schemas.openxmlformats.org/drawingml/2006/main">
              <a:ext uri="{FF2B5EF4-FFF2-40B4-BE49-F238E27FC236}">
                <a16:creationId xmlns:a16="http://schemas.microsoft.com/office/drawing/2014/main" id="{0D0D51F2-FF1C-432F-8727-E121076E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205288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27" name="enumerate-table-v3-2">
            <a:extLst xmlns:a="http://schemas.openxmlformats.org/drawingml/2006/main">
              <a:ext uri="{FF2B5EF4-FFF2-40B4-BE49-F238E27FC236}">
                <a16:creationId xmlns:a16="http://schemas.microsoft.com/office/drawing/2014/main" id="{1EF23FAE-8687-4DA5-AD75-D10D96E5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62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enumerate-table-h3">
            <a:extLst xmlns:a="http://schemas.openxmlformats.org/drawingml/2006/main">
              <a:ext uri="{FF2B5EF4-FFF2-40B4-BE49-F238E27FC236}">
                <a16:creationId xmlns:a16="http://schemas.microsoft.com/office/drawing/2014/main" id="{0B1D11A7-16D3-4906-A97B-EE8FA1A1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243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enumerate-table-band-4">
            <a:extLst xmlns:a="http://schemas.openxmlformats.org/drawingml/2006/main">
              <a:ext uri="{FF2B5EF4-FFF2-40B4-BE49-F238E27FC236}">
                <a16:creationId xmlns:a16="http://schemas.microsoft.com/office/drawing/2014/main" id="{7401E3D9-B248-46D4-8515-CCD843A7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52963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numerate-table-r4-c0">
            <a:extLst xmlns:a="http://schemas.openxmlformats.org/drawingml/2006/main">
              <a:ext uri="{FF2B5EF4-FFF2-40B4-BE49-F238E27FC236}">
                <a16:creationId xmlns:a16="http://schemas.microsoft.com/office/drawing/2014/main" id="{0A7D8154-E5D9-48E7-9C44-021935DF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757738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31" name="enumerate-table-r4-c1">
            <a:extLst xmlns:a="http://schemas.openxmlformats.org/drawingml/2006/main">
              <a:ext uri="{FF2B5EF4-FFF2-40B4-BE49-F238E27FC236}">
                <a16:creationId xmlns:a16="http://schemas.microsoft.com/office/drawing/2014/main" id="{474F9E1A-3E46-41D8-ACD1-6C01292B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757738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Bagas</a:t>
            </a:r>
          </a:p>
        </p:txBody>
      </p:sp>
      <p:sp>
        <p:nvSpPr>
          <p:cNvPr id="32" name="enumerate-table-v4-1">
            <a:extLst xmlns:a="http://schemas.openxmlformats.org/drawingml/2006/main">
              <a:ext uri="{FF2B5EF4-FFF2-40B4-BE49-F238E27FC236}">
                <a16:creationId xmlns:a16="http://schemas.microsoft.com/office/drawing/2014/main" id="{E5941C4E-E4F8-4699-B10F-A6926BBB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14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enumerate-table-r4-c2">
            <a:extLst xmlns:a="http://schemas.openxmlformats.org/drawingml/2006/main">
              <a:ext uri="{FF2B5EF4-FFF2-40B4-BE49-F238E27FC236}">
                <a16:creationId xmlns:a16="http://schemas.microsoft.com/office/drawing/2014/main" id="{849E7FFF-F127-462A-89E9-F20B2B2D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57738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34" name="enumerate-table-v4-2">
            <a:extLst xmlns:a="http://schemas.openxmlformats.org/drawingml/2006/main">
              <a:ext uri="{FF2B5EF4-FFF2-40B4-BE49-F238E27FC236}">
                <a16:creationId xmlns:a16="http://schemas.microsoft.com/office/drawing/2014/main" id="{A628C7B9-3C93-4C46-9FC1-FE6EEBB9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14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enumerate-table-h4">
            <a:extLst xmlns:a="http://schemas.openxmlformats.org/drawingml/2006/main">
              <a:ext uri="{FF2B5EF4-FFF2-40B4-BE49-F238E27FC236}">
                <a16:creationId xmlns:a16="http://schemas.microsoft.com/office/drawing/2014/main" id="{70D990EB-468C-4E66-B2AD-0CF2924D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768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enumerate-code-bg">
            <a:extLst xmlns:a="http://schemas.openxmlformats.org/drawingml/2006/main">
              <a:ext uri="{FF2B5EF4-FFF2-40B4-BE49-F238E27FC236}">
                <a16:creationId xmlns:a16="http://schemas.microsoft.com/office/drawing/2014/main" id="{828F8228-31E7-41F2-96D8-32C6788B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510213"/>
            <a:ext cx="590550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7" name="enumerate-code-text">
            <a:extLst xmlns:a="http://schemas.openxmlformats.org/drawingml/2006/main">
              <a:ext uri="{FF2B5EF4-FFF2-40B4-BE49-F238E27FC236}">
                <a16:creationId xmlns:a16="http://schemas.microsoft.com/office/drawing/2014/main" id="{1F780176-80AE-4A19-BB7C-F4AC420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19763"/>
            <a:ext cx="542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enumerate(nama, start=1)</a:t>
            </a:r>
          </a:p>
        </p:txBody>
      </p:sp>
    </p:spTree>
    <p:extLst>
      <p:ext uri="{BB962C8B-B14F-4D97-AF65-F5344CB8AC3E}">
        <p14:creationId xmlns:p14="http://schemas.microsoft.com/office/powerpoint/2010/main" val="2373083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504709-8B3E-459E-BAB6-A28ADD7D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Total dan nilai terbesar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6767CD2-F837-4DF6-B41D-494B0E0B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Accumulator menggabungkan nilai. Kandidat maksimum diperbarui saat nilai baru lebih besar.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DF2DABB-8873-4AEE-98A2-DCF1FC59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can-head-bg">
            <a:extLst xmlns:a="http://schemas.openxmlformats.org/drawingml/2006/main">
              <a:ext uri="{FF2B5EF4-FFF2-40B4-BE49-F238E27FC236}">
                <a16:creationId xmlns:a16="http://schemas.microsoft.com/office/drawing/2014/main" id="{41C51539-2ABB-49AB-9FB0-3DBBD5F9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2581275"/>
            <a:ext cx="771525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scan-r0-c0">
            <a:extLst xmlns:a="http://schemas.openxmlformats.org/drawingml/2006/main">
              <a:ext uri="{FF2B5EF4-FFF2-40B4-BE49-F238E27FC236}">
                <a16:creationId xmlns:a16="http://schemas.microsoft.com/office/drawing/2014/main" id="{9BC67931-2296-4BB1-B7AC-0C4492FF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8" y="26860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Dibaca</a:t>
            </a:r>
          </a:p>
        </p:txBody>
      </p:sp>
      <p:sp>
        <p:nvSpPr>
          <p:cNvPr id="6" name="scan-r0-c1">
            <a:extLst xmlns:a="http://schemas.openxmlformats.org/drawingml/2006/main">
              <a:ext uri="{FF2B5EF4-FFF2-40B4-BE49-F238E27FC236}">
                <a16:creationId xmlns:a16="http://schemas.microsoft.com/office/drawing/2014/main" id="{14A02624-80EB-4B2C-8399-7E4B1DE7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26860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</a:t>
            </a:r>
          </a:p>
        </p:txBody>
      </p:sp>
      <p:sp>
        <p:nvSpPr>
          <p:cNvPr id="7" name="scan-v0-1">
            <a:extLst xmlns:a="http://schemas.openxmlformats.org/drawingml/2006/main">
              <a:ext uri="{FF2B5EF4-FFF2-40B4-BE49-F238E27FC236}">
                <a16:creationId xmlns:a16="http://schemas.microsoft.com/office/drawing/2014/main" id="{D62D9C4E-0267-4E6F-B224-179EA781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05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scan-r0-c2">
            <a:extLst xmlns:a="http://schemas.openxmlformats.org/drawingml/2006/main">
              <a:ext uri="{FF2B5EF4-FFF2-40B4-BE49-F238E27FC236}">
                <a16:creationId xmlns:a16="http://schemas.microsoft.com/office/drawing/2014/main" id="{0117E62C-748C-4B2F-9579-3C6169F1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8" y="26860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Total sementara</a:t>
            </a:r>
          </a:p>
        </p:txBody>
      </p:sp>
      <p:sp>
        <p:nvSpPr>
          <p:cNvPr id="9" name="scan-v0-2">
            <a:extLst xmlns:a="http://schemas.openxmlformats.org/drawingml/2006/main">
              <a:ext uri="{FF2B5EF4-FFF2-40B4-BE49-F238E27FC236}">
                <a16:creationId xmlns:a16="http://schemas.microsoft.com/office/drawing/2014/main" id="{D106B7E8-C111-463F-A3FA-93588CBE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05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scan-r0-c3">
            <a:extLst xmlns:a="http://schemas.openxmlformats.org/drawingml/2006/main">
              <a:ext uri="{FF2B5EF4-FFF2-40B4-BE49-F238E27FC236}">
                <a16:creationId xmlns:a16="http://schemas.microsoft.com/office/drawing/2014/main" id="{EFF2604E-D2DE-4E38-9000-08EA9103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26860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Terbesar</a:t>
            </a:r>
          </a:p>
        </p:txBody>
      </p:sp>
      <p:sp>
        <p:nvSpPr>
          <p:cNvPr id="11" name="scan-v0-3">
            <a:extLst xmlns:a="http://schemas.openxmlformats.org/drawingml/2006/main">
              <a:ext uri="{FF2B5EF4-FFF2-40B4-BE49-F238E27FC236}">
                <a16:creationId xmlns:a16="http://schemas.microsoft.com/office/drawing/2014/main" id="{2692AADE-F606-41D4-AC66-0B1448BA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05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2" name="scan-r1-c0">
            <a:extLst xmlns:a="http://schemas.openxmlformats.org/drawingml/2006/main">
              <a:ext uri="{FF2B5EF4-FFF2-40B4-BE49-F238E27FC236}">
                <a16:creationId xmlns:a16="http://schemas.microsoft.com/office/drawing/2014/main" id="{94A61E90-6AE1-48F0-955E-1D811CEF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8" y="32575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3" name="scan-r1-c1">
            <a:extLst xmlns:a="http://schemas.openxmlformats.org/drawingml/2006/main">
              <a:ext uri="{FF2B5EF4-FFF2-40B4-BE49-F238E27FC236}">
                <a16:creationId xmlns:a16="http://schemas.microsoft.com/office/drawing/2014/main" id="{931C7AD1-0C49-4A23-BEBB-956B9ABD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32575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14" name="scan-v1-1">
            <a:extLst xmlns:a="http://schemas.openxmlformats.org/drawingml/2006/main">
              <a:ext uri="{FF2B5EF4-FFF2-40B4-BE49-F238E27FC236}">
                <a16:creationId xmlns:a16="http://schemas.microsoft.com/office/drawing/2014/main" id="{84F320F6-4569-415F-BE57-7B116BD1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76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scan-r1-c2">
            <a:extLst xmlns:a="http://schemas.openxmlformats.org/drawingml/2006/main">
              <a:ext uri="{FF2B5EF4-FFF2-40B4-BE49-F238E27FC236}">
                <a16:creationId xmlns:a16="http://schemas.microsoft.com/office/drawing/2014/main" id="{522E9F06-49F2-4A33-A09A-1EB5168E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8" y="32575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16" name="scan-v1-2">
            <a:extLst xmlns:a="http://schemas.openxmlformats.org/drawingml/2006/main">
              <a:ext uri="{FF2B5EF4-FFF2-40B4-BE49-F238E27FC236}">
                <a16:creationId xmlns:a16="http://schemas.microsoft.com/office/drawing/2014/main" id="{6C77CBB7-ABCB-46B0-826C-D3B4908F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76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scan-r1-c3">
            <a:extLst xmlns:a="http://schemas.openxmlformats.org/drawingml/2006/main">
              <a:ext uri="{FF2B5EF4-FFF2-40B4-BE49-F238E27FC236}">
                <a16:creationId xmlns:a16="http://schemas.microsoft.com/office/drawing/2014/main" id="{2BEBA640-15B8-48E3-A0CE-8252B424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32575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18" name="scan-v1-3">
            <a:extLst xmlns:a="http://schemas.openxmlformats.org/drawingml/2006/main">
              <a:ext uri="{FF2B5EF4-FFF2-40B4-BE49-F238E27FC236}">
                <a16:creationId xmlns:a16="http://schemas.microsoft.com/office/drawing/2014/main" id="{6828A650-D28D-4C9B-B858-DD60CB1A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76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scan-h1">
            <a:extLst xmlns:a="http://schemas.openxmlformats.org/drawingml/2006/main">
              <a:ext uri="{FF2B5EF4-FFF2-40B4-BE49-F238E27FC236}">
                <a16:creationId xmlns:a16="http://schemas.microsoft.com/office/drawing/2014/main" id="{8DC41B47-03E0-4F8D-8CCB-E380BDBC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scan-band-2">
            <a:extLst xmlns:a="http://schemas.openxmlformats.org/drawingml/2006/main">
              <a:ext uri="{FF2B5EF4-FFF2-40B4-BE49-F238E27FC236}">
                <a16:creationId xmlns:a16="http://schemas.microsoft.com/office/drawing/2014/main" id="{0A5A12A8-BA8F-4FB0-972E-5A85778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3724275"/>
            <a:ext cx="771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an-r2-c0">
            <a:extLst xmlns:a="http://schemas.openxmlformats.org/drawingml/2006/main">
              <a:ext uri="{FF2B5EF4-FFF2-40B4-BE49-F238E27FC236}">
                <a16:creationId xmlns:a16="http://schemas.microsoft.com/office/drawing/2014/main" id="{8EC454FB-10DC-42CD-A7EB-11DE043D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8" y="38290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22" name="scan-r2-c1">
            <a:extLst xmlns:a="http://schemas.openxmlformats.org/drawingml/2006/main">
              <a:ext uri="{FF2B5EF4-FFF2-40B4-BE49-F238E27FC236}">
                <a16:creationId xmlns:a16="http://schemas.microsoft.com/office/drawing/2014/main" id="{8511FBFB-0382-4F58-A0E1-E01A5D40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38290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23" name="scan-v2-1">
            <a:extLst xmlns:a="http://schemas.openxmlformats.org/drawingml/2006/main">
              <a:ext uri="{FF2B5EF4-FFF2-40B4-BE49-F238E27FC236}">
                <a16:creationId xmlns:a16="http://schemas.microsoft.com/office/drawing/2014/main" id="{03BE3AB7-3919-4F26-AAE0-63677B01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48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scan-r2-c2">
            <a:extLst xmlns:a="http://schemas.openxmlformats.org/drawingml/2006/main">
              <a:ext uri="{FF2B5EF4-FFF2-40B4-BE49-F238E27FC236}">
                <a16:creationId xmlns:a16="http://schemas.microsoft.com/office/drawing/2014/main" id="{81188581-B432-417C-9A93-5D8F4D64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8" y="38290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25" name="scan-v2-2">
            <a:extLst xmlns:a="http://schemas.openxmlformats.org/drawingml/2006/main">
              <a:ext uri="{FF2B5EF4-FFF2-40B4-BE49-F238E27FC236}">
                <a16:creationId xmlns:a16="http://schemas.microsoft.com/office/drawing/2014/main" id="{0EA5626D-0446-4E3C-A526-345EA066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8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scan-r2-c3">
            <a:extLst xmlns:a="http://schemas.openxmlformats.org/drawingml/2006/main">
              <a:ext uri="{FF2B5EF4-FFF2-40B4-BE49-F238E27FC236}">
                <a16:creationId xmlns:a16="http://schemas.microsoft.com/office/drawing/2014/main" id="{D504523B-48A3-49EC-BA84-86560106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38290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27" name="scan-v2-3">
            <a:extLst xmlns:a="http://schemas.openxmlformats.org/drawingml/2006/main">
              <a:ext uri="{FF2B5EF4-FFF2-40B4-BE49-F238E27FC236}">
                <a16:creationId xmlns:a16="http://schemas.microsoft.com/office/drawing/2014/main" id="{A9F8CA7D-AAA0-4FD3-9103-53E69344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scan-h2">
            <a:extLst xmlns:a="http://schemas.openxmlformats.org/drawingml/2006/main">
              <a:ext uri="{FF2B5EF4-FFF2-40B4-BE49-F238E27FC236}">
                <a16:creationId xmlns:a16="http://schemas.microsoft.com/office/drawing/2014/main" id="{B9736780-CF8B-4851-905D-1E4DA3B6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scan-r3-c0">
            <a:extLst xmlns:a="http://schemas.openxmlformats.org/drawingml/2006/main">
              <a:ext uri="{FF2B5EF4-FFF2-40B4-BE49-F238E27FC236}">
                <a16:creationId xmlns:a16="http://schemas.microsoft.com/office/drawing/2014/main" id="{6AF493C1-1199-4386-9254-E01AAD56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8" y="44005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30" name="scan-r3-c1">
            <a:extLst xmlns:a="http://schemas.openxmlformats.org/drawingml/2006/main">
              <a:ext uri="{FF2B5EF4-FFF2-40B4-BE49-F238E27FC236}">
                <a16:creationId xmlns:a16="http://schemas.microsoft.com/office/drawing/2014/main" id="{C0DEF961-0AE0-4DAE-99BB-D4A2E84F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388" y="44005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15</a:t>
            </a:r>
          </a:p>
        </p:txBody>
      </p:sp>
      <p:sp>
        <p:nvSpPr>
          <p:cNvPr id="31" name="scan-v3-1">
            <a:extLst xmlns:a="http://schemas.openxmlformats.org/drawingml/2006/main">
              <a:ext uri="{FF2B5EF4-FFF2-40B4-BE49-F238E27FC236}">
                <a16:creationId xmlns:a16="http://schemas.microsoft.com/office/drawing/2014/main" id="{81AF31CE-373C-48A8-8A1B-1ED14FD5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19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scan-r3-c2">
            <a:extLst xmlns:a="http://schemas.openxmlformats.org/drawingml/2006/main">
              <a:ext uri="{FF2B5EF4-FFF2-40B4-BE49-F238E27FC236}">
                <a16:creationId xmlns:a16="http://schemas.microsoft.com/office/drawing/2014/main" id="{FAD2C71F-1FCA-49CB-95D2-9F48380F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8" y="44005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35</a:t>
            </a:r>
          </a:p>
        </p:txBody>
      </p:sp>
      <p:sp>
        <p:nvSpPr>
          <p:cNvPr id="33" name="scan-v3-2">
            <a:extLst xmlns:a="http://schemas.openxmlformats.org/drawingml/2006/main">
              <a:ext uri="{FF2B5EF4-FFF2-40B4-BE49-F238E27FC236}">
                <a16:creationId xmlns:a16="http://schemas.microsoft.com/office/drawing/2014/main" id="{852D4971-0D7F-4559-82E2-36721920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19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scan-r3-c3">
            <a:extLst xmlns:a="http://schemas.openxmlformats.org/drawingml/2006/main">
              <a:ext uri="{FF2B5EF4-FFF2-40B4-BE49-F238E27FC236}">
                <a16:creationId xmlns:a16="http://schemas.microsoft.com/office/drawing/2014/main" id="{A3130B5A-33A4-4E7D-A86A-5D39B68A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44005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15</a:t>
            </a:r>
          </a:p>
        </p:txBody>
      </p:sp>
      <p:sp>
        <p:nvSpPr>
          <p:cNvPr id="35" name="scan-v3-3">
            <a:extLst xmlns:a="http://schemas.openxmlformats.org/drawingml/2006/main">
              <a:ext uri="{FF2B5EF4-FFF2-40B4-BE49-F238E27FC236}">
                <a16:creationId xmlns:a16="http://schemas.microsoft.com/office/drawing/2014/main" id="{B3A352A4-1D4F-4315-A7AD-56F7990E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19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scan-h3">
            <a:extLst xmlns:a="http://schemas.openxmlformats.org/drawingml/2006/main">
              <a:ext uri="{FF2B5EF4-FFF2-40B4-BE49-F238E27FC236}">
                <a16:creationId xmlns:a16="http://schemas.microsoft.com/office/drawing/2014/main" id="{72C34CEC-B322-421A-BF48-A13EB06C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8150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7" name="scan-note">
            <a:extLst xmlns:a="http://schemas.openxmlformats.org/drawingml/2006/main">
              <a:ext uri="{FF2B5EF4-FFF2-40B4-BE49-F238E27FC236}">
                <a16:creationId xmlns:a16="http://schemas.microsoft.com/office/drawing/2014/main" id="{65A01F0B-6EA0-48D0-BA09-3BFABE7B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8" y="5343525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Mulai total dari 0. Untuk mencari maksimum pada data yang tidak kosong, mulai dari item pertama.</a:t>
            </a:r>
          </a:p>
        </p:txBody>
      </p:sp>
    </p:spTree>
    <p:extLst>
      <p:ext uri="{BB962C8B-B14F-4D97-AF65-F5344CB8AC3E}">
        <p14:creationId xmlns:p14="http://schemas.microsoft.com/office/powerpoint/2010/main" val="9177790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50834A-9AE2-496E-9741-1087114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Nested loops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3E2CDCE-8DA4-43C3-90F4-F95FA364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Loop luar memilih baris. Loop dalam membaca setiap kursi pada baris itu.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3206CBF-A6E8-4663-9484-FF55A837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eat-0-0">
            <a:extLst xmlns:a="http://schemas.openxmlformats.org/drawingml/2006/main">
              <a:ext uri="{FF2B5EF4-FFF2-40B4-BE49-F238E27FC236}">
                <a16:creationId xmlns:a16="http://schemas.microsoft.com/office/drawing/2014/main" id="{E42327D0-3908-4F75-90D0-C10E2954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2413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seat-label-0-0">
            <a:extLst xmlns:a="http://schemas.openxmlformats.org/drawingml/2006/main">
              <a:ext uri="{FF2B5EF4-FFF2-40B4-BE49-F238E27FC236}">
                <a16:creationId xmlns:a16="http://schemas.microsoft.com/office/drawing/2014/main" id="{5E04C424-7A9B-47AF-9709-1BF0AA4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701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A1</a:t>
            </a:r>
          </a:p>
        </p:txBody>
      </p:sp>
      <p:sp>
        <p:nvSpPr>
          <p:cNvPr id="6" name="seat-0-1">
            <a:extLst xmlns:a="http://schemas.openxmlformats.org/drawingml/2006/main">
              <a:ext uri="{FF2B5EF4-FFF2-40B4-BE49-F238E27FC236}">
                <a16:creationId xmlns:a16="http://schemas.microsoft.com/office/drawing/2014/main" id="{E5CC7617-40AC-4339-8793-C13E5CBF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413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seat-label-0-1">
            <a:extLst xmlns:a="http://schemas.openxmlformats.org/drawingml/2006/main">
              <a:ext uri="{FF2B5EF4-FFF2-40B4-BE49-F238E27FC236}">
                <a16:creationId xmlns:a16="http://schemas.microsoft.com/office/drawing/2014/main" id="{16D05DFD-7165-40BA-8C86-88351D8A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701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A2</a:t>
            </a:r>
          </a:p>
        </p:txBody>
      </p:sp>
      <p:sp>
        <p:nvSpPr>
          <p:cNvPr id="8" name="seat-0-2">
            <a:extLst xmlns:a="http://schemas.openxmlformats.org/drawingml/2006/main">
              <a:ext uri="{FF2B5EF4-FFF2-40B4-BE49-F238E27FC236}">
                <a16:creationId xmlns:a16="http://schemas.microsoft.com/office/drawing/2014/main" id="{0C6157F3-E016-4CB1-AD1B-773C532F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2413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9" name="seat-label-0-2">
            <a:extLst xmlns:a="http://schemas.openxmlformats.org/drawingml/2006/main">
              <a:ext uri="{FF2B5EF4-FFF2-40B4-BE49-F238E27FC236}">
                <a16:creationId xmlns:a16="http://schemas.microsoft.com/office/drawing/2014/main" id="{DB01981F-96C4-4D35-B2A0-D2FEC489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701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A3</a:t>
            </a:r>
          </a:p>
        </p:txBody>
      </p:sp>
      <p:sp>
        <p:nvSpPr>
          <p:cNvPr id="10" name="seat-0-3">
            <a:extLst xmlns:a="http://schemas.openxmlformats.org/drawingml/2006/main">
              <a:ext uri="{FF2B5EF4-FFF2-40B4-BE49-F238E27FC236}">
                <a16:creationId xmlns:a16="http://schemas.microsoft.com/office/drawing/2014/main" id="{31A4F4CD-F1B7-412C-9D7D-9B31891A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2413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1" name="seat-label-0-3">
            <a:extLst xmlns:a="http://schemas.openxmlformats.org/drawingml/2006/main">
              <a:ext uri="{FF2B5EF4-FFF2-40B4-BE49-F238E27FC236}">
                <a16:creationId xmlns:a16="http://schemas.microsoft.com/office/drawing/2014/main" id="{E0AA7D7F-8F41-4801-A17E-FBFED1BA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701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A4</a:t>
            </a:r>
          </a:p>
        </p:txBody>
      </p:sp>
      <p:sp>
        <p:nvSpPr>
          <p:cNvPr id="12" name="seat-1-0">
            <a:extLst xmlns:a="http://schemas.openxmlformats.org/drawingml/2006/main">
              <a:ext uri="{FF2B5EF4-FFF2-40B4-BE49-F238E27FC236}">
                <a16:creationId xmlns:a16="http://schemas.microsoft.com/office/drawing/2014/main" id="{668E0F11-CB33-4903-9B5F-FDE2BBF1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8138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3" name="seat-label-1-0">
            <a:extLst xmlns:a="http://schemas.openxmlformats.org/drawingml/2006/main">
              <a:ext uri="{FF2B5EF4-FFF2-40B4-BE49-F238E27FC236}">
                <a16:creationId xmlns:a16="http://schemas.microsoft.com/office/drawing/2014/main" id="{64F08978-D3C7-44C4-AC6B-E4DA692F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426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B1</a:t>
            </a:r>
          </a:p>
        </p:txBody>
      </p:sp>
      <p:sp>
        <p:nvSpPr>
          <p:cNvPr id="14" name="seat-1-1">
            <a:extLst xmlns:a="http://schemas.openxmlformats.org/drawingml/2006/main">
              <a:ext uri="{FF2B5EF4-FFF2-40B4-BE49-F238E27FC236}">
                <a16:creationId xmlns:a16="http://schemas.microsoft.com/office/drawing/2014/main" id="{35DFD207-4645-4B82-98D7-0021D03E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8138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5" name="seat-label-1-1">
            <a:extLst xmlns:a="http://schemas.openxmlformats.org/drawingml/2006/main">
              <a:ext uri="{FF2B5EF4-FFF2-40B4-BE49-F238E27FC236}">
                <a16:creationId xmlns:a16="http://schemas.microsoft.com/office/drawing/2014/main" id="{6C807DFE-2D59-4344-8F67-A589155C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2426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B2</a:t>
            </a:r>
          </a:p>
        </p:txBody>
      </p:sp>
      <p:sp>
        <p:nvSpPr>
          <p:cNvPr id="16" name="seat-1-2">
            <a:extLst xmlns:a="http://schemas.openxmlformats.org/drawingml/2006/main">
              <a:ext uri="{FF2B5EF4-FFF2-40B4-BE49-F238E27FC236}">
                <a16:creationId xmlns:a16="http://schemas.microsoft.com/office/drawing/2014/main" id="{CDA71543-E481-4B52-AC8C-CCA3C546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8138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7" name="seat-label-1-2">
            <a:extLst xmlns:a="http://schemas.openxmlformats.org/drawingml/2006/main">
              <a:ext uri="{FF2B5EF4-FFF2-40B4-BE49-F238E27FC236}">
                <a16:creationId xmlns:a16="http://schemas.microsoft.com/office/drawing/2014/main" id="{84BA6FFD-F1F0-4286-B368-52236EC9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2426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B3</a:t>
            </a:r>
          </a:p>
        </p:txBody>
      </p:sp>
      <p:sp>
        <p:nvSpPr>
          <p:cNvPr id="18" name="seat-1-3">
            <a:extLst xmlns:a="http://schemas.openxmlformats.org/drawingml/2006/main">
              <a:ext uri="{FF2B5EF4-FFF2-40B4-BE49-F238E27FC236}">
                <a16:creationId xmlns:a16="http://schemas.microsoft.com/office/drawing/2014/main" id="{735A2D58-9A80-460D-8DAE-65B51716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8138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9" name="seat-label-1-3">
            <a:extLst xmlns:a="http://schemas.openxmlformats.org/drawingml/2006/main">
              <a:ext uri="{FF2B5EF4-FFF2-40B4-BE49-F238E27FC236}">
                <a16:creationId xmlns:a16="http://schemas.microsoft.com/office/drawing/2014/main" id="{E574ADAB-BECD-406F-8B51-394D8D9F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2426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B4</a:t>
            </a:r>
          </a:p>
        </p:txBody>
      </p:sp>
      <p:sp>
        <p:nvSpPr>
          <p:cNvPr id="20" name="seat-2-0">
            <a:extLst xmlns:a="http://schemas.openxmlformats.org/drawingml/2006/main">
              <a:ext uri="{FF2B5EF4-FFF2-40B4-BE49-F238E27FC236}">
                <a16:creationId xmlns:a16="http://schemas.microsoft.com/office/drawing/2014/main" id="{BEB9160B-B5EA-469F-9022-D1EFF7E0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863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1" name="seat-label-2-0">
            <a:extLst xmlns:a="http://schemas.openxmlformats.org/drawingml/2006/main">
              <a:ext uri="{FF2B5EF4-FFF2-40B4-BE49-F238E27FC236}">
                <a16:creationId xmlns:a16="http://schemas.microsoft.com/office/drawing/2014/main" id="{B27C7356-5C48-4EE5-89A1-8EB241A3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8151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C1</a:t>
            </a:r>
          </a:p>
        </p:txBody>
      </p:sp>
      <p:sp>
        <p:nvSpPr>
          <p:cNvPr id="22" name="seat-2-1">
            <a:extLst xmlns:a="http://schemas.openxmlformats.org/drawingml/2006/main">
              <a:ext uri="{FF2B5EF4-FFF2-40B4-BE49-F238E27FC236}">
                <a16:creationId xmlns:a16="http://schemas.microsoft.com/office/drawing/2014/main" id="{BB1E0A5E-855B-4138-B690-E6E055C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3863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3" name="seat-label-2-1">
            <a:extLst xmlns:a="http://schemas.openxmlformats.org/drawingml/2006/main">
              <a:ext uri="{FF2B5EF4-FFF2-40B4-BE49-F238E27FC236}">
                <a16:creationId xmlns:a16="http://schemas.microsoft.com/office/drawing/2014/main" id="{E7F17C49-8475-487D-8FA6-246C77D7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8151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C2</a:t>
            </a:r>
          </a:p>
        </p:txBody>
      </p:sp>
      <p:sp>
        <p:nvSpPr>
          <p:cNvPr id="24" name="seat-2-2">
            <a:extLst xmlns:a="http://schemas.openxmlformats.org/drawingml/2006/main">
              <a:ext uri="{FF2B5EF4-FFF2-40B4-BE49-F238E27FC236}">
                <a16:creationId xmlns:a16="http://schemas.microsoft.com/office/drawing/2014/main" id="{BE7D8393-9518-4511-A467-71C47BE3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3863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5" name="seat-label-2-2">
            <a:extLst xmlns:a="http://schemas.openxmlformats.org/drawingml/2006/main">
              <a:ext uri="{FF2B5EF4-FFF2-40B4-BE49-F238E27FC236}">
                <a16:creationId xmlns:a16="http://schemas.microsoft.com/office/drawing/2014/main" id="{832CEB90-7312-413D-9FC2-90DF2DCD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8151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C3</a:t>
            </a:r>
          </a:p>
        </p:txBody>
      </p:sp>
      <p:sp>
        <p:nvSpPr>
          <p:cNvPr id="26" name="seat-2-3">
            <a:extLst xmlns:a="http://schemas.openxmlformats.org/drawingml/2006/main">
              <a:ext uri="{FF2B5EF4-FFF2-40B4-BE49-F238E27FC236}">
                <a16:creationId xmlns:a16="http://schemas.microsoft.com/office/drawing/2014/main" id="{FAD0EA6A-CED2-498D-901A-E9808C5F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38638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7" name="seat-label-2-3">
            <a:extLst xmlns:a="http://schemas.openxmlformats.org/drawingml/2006/main">
              <a:ext uri="{FF2B5EF4-FFF2-40B4-BE49-F238E27FC236}">
                <a16:creationId xmlns:a16="http://schemas.microsoft.com/office/drawing/2014/main" id="{CA019B8E-B9EE-4E8E-BBFD-7C3BE313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81513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C4</a:t>
            </a:r>
          </a:p>
        </p:txBody>
      </p:sp>
      <p:sp>
        <p:nvSpPr>
          <p:cNvPr id="28" name="nested-loop-bg">
            <a:extLst xmlns:a="http://schemas.openxmlformats.org/drawingml/2006/main">
              <a:ext uri="{FF2B5EF4-FFF2-40B4-BE49-F238E27FC236}">
                <a16:creationId xmlns:a16="http://schemas.microsoft.com/office/drawing/2014/main" id="{7B2E81E8-0749-471A-A103-AAE1392A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71763"/>
            <a:ext cx="32385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29" name="nested-loop-text">
            <a:extLst xmlns:a="http://schemas.openxmlformats.org/drawingml/2006/main">
              <a:ext uri="{FF2B5EF4-FFF2-40B4-BE49-F238E27FC236}">
                <a16:creationId xmlns:a16="http://schemas.microsoft.com/office/drawing/2014/main" id="{528C2726-CEEA-401B-B399-9023B6AA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81313"/>
            <a:ext cx="27622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for baris in denah: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for kursi in baris: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baca(kursi)</a:t>
            </a:r>
          </a:p>
        </p:txBody>
      </p:sp>
      <p:sp>
        <p:nvSpPr>
          <p:cNvPr id="30" name="nested-loop-note">
            <a:extLst xmlns:a="http://schemas.openxmlformats.org/drawingml/2006/main">
              <a:ext uri="{FF2B5EF4-FFF2-40B4-BE49-F238E27FC236}">
                <a16:creationId xmlns:a16="http://schemas.microsoft.com/office/drawing/2014/main" id="{38BF594F-C6E4-4BCA-8E28-9C0AA792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86413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kursi dikunjungi satu kali oleh loop bagian dalam.</a:t>
            </a:r>
          </a:p>
        </p:txBody>
      </p:sp>
    </p:spTree>
    <p:extLst>
      <p:ext uri="{BB962C8B-B14F-4D97-AF65-F5344CB8AC3E}">
        <p14:creationId xmlns:p14="http://schemas.microsoft.com/office/powerpoint/2010/main" val="15655177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BDD8C9-DEF4-47F1-B47F-0136CB61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break dan continue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8C8608-8444-49D0-87D8-54512958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Keduanya mengubah alur loop, tetapi pada titik yang berbeda.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2A2E59D-FAFF-45BE-9162-BAC1A9A4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loop-control-head-bg">
            <a:extLst xmlns:a="http://schemas.openxmlformats.org/drawingml/2006/main">
              <a:ext uri="{FF2B5EF4-FFF2-40B4-BE49-F238E27FC236}">
                <a16:creationId xmlns:a16="http://schemas.microsoft.com/office/drawing/2014/main" id="{A28982B3-9ADF-4CFF-A66F-6C387453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2505075"/>
            <a:ext cx="9858375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loop-control-r0-c0">
            <a:extLst xmlns:a="http://schemas.openxmlformats.org/drawingml/2006/main">
              <a:ext uri="{FF2B5EF4-FFF2-40B4-BE49-F238E27FC236}">
                <a16:creationId xmlns:a16="http://schemas.microsoft.com/office/drawing/2014/main" id="{E7A9FCA3-BE51-4320-8486-676F2BF5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26098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Instruksi</a:t>
            </a:r>
          </a:p>
        </p:txBody>
      </p:sp>
      <p:sp>
        <p:nvSpPr>
          <p:cNvPr id="6" name="loop-control-r0-c1">
            <a:extLst xmlns:a="http://schemas.openxmlformats.org/drawingml/2006/main">
              <a:ext uri="{FF2B5EF4-FFF2-40B4-BE49-F238E27FC236}">
                <a16:creationId xmlns:a16="http://schemas.microsoft.com/office/drawing/2014/main" id="{25B206CD-6D58-45BF-8060-62715DC9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609850"/>
            <a:ext cx="3533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Pengaruh</a:t>
            </a:r>
          </a:p>
        </p:txBody>
      </p:sp>
      <p:sp>
        <p:nvSpPr>
          <p:cNvPr id="7" name="loop-control-v0-1">
            <a:extLst xmlns:a="http://schemas.openxmlformats.org/drawingml/2006/main">
              <a:ext uri="{FF2B5EF4-FFF2-40B4-BE49-F238E27FC236}">
                <a16:creationId xmlns:a16="http://schemas.microsoft.com/office/drawing/2014/main" id="{0BDEEF0B-596B-46E1-A7E9-11081146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loop-control-r0-c2">
            <a:extLst xmlns:a="http://schemas.openxmlformats.org/drawingml/2006/main">
              <a:ext uri="{FF2B5EF4-FFF2-40B4-BE49-F238E27FC236}">
                <a16:creationId xmlns:a16="http://schemas.microsoft.com/office/drawing/2014/main" id="{9CB2EE3B-0B44-427C-B979-49219545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2609850"/>
            <a:ext cx="358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Contoh pemakaian</a:t>
            </a:r>
          </a:p>
        </p:txBody>
      </p:sp>
      <p:sp>
        <p:nvSpPr>
          <p:cNvPr id="9" name="loop-control-v0-2">
            <a:extLst xmlns:a="http://schemas.openxmlformats.org/drawingml/2006/main">
              <a:ext uri="{FF2B5EF4-FFF2-40B4-BE49-F238E27FC236}">
                <a16:creationId xmlns:a16="http://schemas.microsoft.com/office/drawing/2014/main" id="{3916FA0F-E765-47F7-8D99-3CF76D3C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241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loop-control-r1-c0">
            <a:extLst xmlns:a="http://schemas.openxmlformats.org/drawingml/2006/main">
              <a:ext uri="{FF2B5EF4-FFF2-40B4-BE49-F238E27FC236}">
                <a16:creationId xmlns:a16="http://schemas.microsoft.com/office/drawing/2014/main" id="{391EF3A0-BFB7-42EE-8C21-CA64DBE1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346710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break</a:t>
            </a:r>
          </a:p>
        </p:txBody>
      </p:sp>
      <p:sp>
        <p:nvSpPr>
          <p:cNvPr id="11" name="loop-control-r1-c1">
            <a:extLst xmlns:a="http://schemas.openxmlformats.org/drawingml/2006/main">
              <a:ext uri="{FF2B5EF4-FFF2-40B4-BE49-F238E27FC236}">
                <a16:creationId xmlns:a16="http://schemas.microsoft.com/office/drawing/2014/main" id="{44D6BA6F-F31E-4429-A68B-82404846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467100"/>
            <a:ext cx="3533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Keluar dari loop saat ini</a:t>
            </a:r>
          </a:p>
        </p:txBody>
      </p:sp>
      <p:sp>
        <p:nvSpPr>
          <p:cNvPr id="12" name="loop-control-v1-1">
            <a:extLst xmlns:a="http://schemas.openxmlformats.org/drawingml/2006/main">
              <a:ext uri="{FF2B5EF4-FFF2-40B4-BE49-F238E27FC236}">
                <a16:creationId xmlns:a16="http://schemas.microsoft.com/office/drawing/2014/main" id="{EEE89717-189E-4F49-AAA1-2E46D171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loop-control-r1-c2">
            <a:extLst xmlns:a="http://schemas.openxmlformats.org/drawingml/2006/main">
              <a:ext uri="{FF2B5EF4-FFF2-40B4-BE49-F238E27FC236}">
                <a16:creationId xmlns:a16="http://schemas.microsoft.com/office/drawing/2014/main" id="{444C6510-C6D8-41CA-86D7-461D2723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3467100"/>
            <a:ext cx="358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Hentikan layanan jika antrean berikutnya tak bisa dipenuhi</a:t>
            </a:r>
          </a:p>
        </p:txBody>
      </p:sp>
      <p:sp>
        <p:nvSpPr>
          <p:cNvPr id="14" name="loop-control-v1-2">
            <a:extLst xmlns:a="http://schemas.openxmlformats.org/drawingml/2006/main">
              <a:ext uri="{FF2B5EF4-FFF2-40B4-BE49-F238E27FC236}">
                <a16:creationId xmlns:a16="http://schemas.microsoft.com/office/drawing/2014/main" id="{8DC55EA7-0D98-43C3-A329-BA29DDF8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814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loop-control-h1">
            <a:extLst xmlns:a="http://schemas.openxmlformats.org/drawingml/2006/main">
              <a:ext uri="{FF2B5EF4-FFF2-40B4-BE49-F238E27FC236}">
                <a16:creationId xmlns:a16="http://schemas.microsoft.com/office/drawing/2014/main" id="{9856528C-60F6-4759-B87E-9696A171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loop-control-band-2">
            <a:extLst xmlns:a="http://schemas.openxmlformats.org/drawingml/2006/main">
              <a:ext uri="{FF2B5EF4-FFF2-40B4-BE49-F238E27FC236}">
                <a16:creationId xmlns:a16="http://schemas.microsoft.com/office/drawing/2014/main" id="{853DF2AE-1423-4AF4-8FCE-E26F55F6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4219575"/>
            <a:ext cx="985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control-r2-c0">
            <a:extLst xmlns:a="http://schemas.openxmlformats.org/drawingml/2006/main">
              <a:ext uri="{FF2B5EF4-FFF2-40B4-BE49-F238E27FC236}">
                <a16:creationId xmlns:a16="http://schemas.microsoft.com/office/drawing/2014/main" id="{0CFBA0DE-F2E1-4275-8115-8A58771E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43243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continue</a:t>
            </a:r>
          </a:p>
        </p:txBody>
      </p:sp>
      <p:sp>
        <p:nvSpPr>
          <p:cNvPr id="18" name="loop-control-r2-c1">
            <a:extLst xmlns:a="http://schemas.openxmlformats.org/drawingml/2006/main">
              <a:ext uri="{FF2B5EF4-FFF2-40B4-BE49-F238E27FC236}">
                <a16:creationId xmlns:a16="http://schemas.microsoft.com/office/drawing/2014/main" id="{DCE02E0B-E631-4007-9F27-D84EF8CF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4324350"/>
            <a:ext cx="3533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Lewati sisa iterasi ini</a:t>
            </a:r>
          </a:p>
        </p:txBody>
      </p:sp>
      <p:sp>
        <p:nvSpPr>
          <p:cNvPr id="19" name="loop-control-v2-1">
            <a:extLst xmlns:a="http://schemas.openxmlformats.org/drawingml/2006/main">
              <a:ext uri="{FF2B5EF4-FFF2-40B4-BE49-F238E27FC236}">
                <a16:creationId xmlns:a16="http://schemas.microsoft.com/office/drawing/2014/main" id="{7B89F75E-1FE3-4FF3-A42A-991CFB5F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loop-control-r2-c2">
            <a:extLst xmlns:a="http://schemas.openxmlformats.org/drawingml/2006/main">
              <a:ext uri="{FF2B5EF4-FFF2-40B4-BE49-F238E27FC236}">
                <a16:creationId xmlns:a16="http://schemas.microsoft.com/office/drawing/2014/main" id="{B37BA871-2ECF-4816-86CF-55195E1B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4324350"/>
            <a:ext cx="358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Lewati transaksi batal saat menjumlahkan penjualan</a:t>
            </a:r>
          </a:p>
        </p:txBody>
      </p:sp>
      <p:sp>
        <p:nvSpPr>
          <p:cNvPr id="21" name="loop-control-v2-2">
            <a:extLst xmlns:a="http://schemas.openxmlformats.org/drawingml/2006/main">
              <a:ext uri="{FF2B5EF4-FFF2-40B4-BE49-F238E27FC236}">
                <a16:creationId xmlns:a16="http://schemas.microsoft.com/office/drawing/2014/main" id="{19919821-B814-4CDE-B867-6861305B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386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loop-control-h2">
            <a:extLst xmlns:a="http://schemas.openxmlformats.org/drawingml/2006/main">
              <a:ext uri="{FF2B5EF4-FFF2-40B4-BE49-F238E27FC236}">
                <a16:creationId xmlns:a16="http://schemas.microsoft.com/office/drawing/2014/main" id="{CFFB60C4-1153-46D6-8B0E-D54CAC04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loop-control-key">
            <a:extLst xmlns:a="http://schemas.openxmlformats.org/drawingml/2006/main">
              <a:ext uri="{FF2B5EF4-FFF2-40B4-BE49-F238E27FC236}">
                <a16:creationId xmlns:a16="http://schemas.microsoft.com/office/drawing/2014/main" id="{965C4114-F3A6-4AC7-A227-1B8DA713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5438775"/>
            <a:ext cx="51435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4" name="loop-control-key-text">
            <a:extLst xmlns:a="http://schemas.openxmlformats.org/drawingml/2006/main">
              <a:ext uri="{FF2B5EF4-FFF2-40B4-BE49-F238E27FC236}">
                <a16:creationId xmlns:a16="http://schemas.microsoft.com/office/drawing/2014/main" id="{33A39E89-5449-4F89-A93E-268239CC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613" y="5629275"/>
            <a:ext cx="4629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break berhenti    continue melewati satu putaran</a:t>
            </a:r>
          </a:p>
        </p:txBody>
      </p:sp>
    </p:spTree>
    <p:extLst>
      <p:ext uri="{BB962C8B-B14F-4D97-AF65-F5344CB8AC3E}">
        <p14:creationId xmlns:p14="http://schemas.microsoft.com/office/powerpoint/2010/main" val="10103093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3C10CF-5B3B-4C87-B0BF-419FC738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dan parameter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E240A9D-C7EB-4CBA-98E0-74585FB7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Parameter adalah nama input pada definisi. Argument adalah nilai saat pemanggilan.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A5A08EC-B9B1-4049-9FC3-0838E6A4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function-example-bg">
            <a:extLst xmlns:a="http://schemas.openxmlformats.org/drawingml/2006/main">
              <a:ext uri="{FF2B5EF4-FFF2-40B4-BE49-F238E27FC236}">
                <a16:creationId xmlns:a16="http://schemas.microsoft.com/office/drawing/2014/main" id="{F5520D0E-CF6F-4937-9A0C-56D2515C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2238"/>
            <a:ext cx="59055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function-example-text">
            <a:extLst xmlns:a="http://schemas.openxmlformats.org/drawingml/2006/main">
              <a:ext uri="{FF2B5EF4-FFF2-40B4-BE49-F238E27FC236}">
                <a16:creationId xmlns:a16="http://schemas.microsoft.com/office/drawing/2014/main" id="{852899BC-0C5A-4237-B752-91FE9391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71788"/>
            <a:ext cx="54292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ringkasan(nilai, batas_lulus):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nilai &gt;= batas_lulus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lulus = ringkasan(82, 75)</a:t>
            </a:r>
          </a:p>
        </p:txBody>
      </p:sp>
      <p:sp>
        <p:nvSpPr>
          <p:cNvPr id="6" name="function-map">
            <a:extLst xmlns:a="http://schemas.openxmlformats.org/drawingml/2006/main">
              <a:ext uri="{FF2B5EF4-FFF2-40B4-BE49-F238E27FC236}">
                <a16:creationId xmlns:a16="http://schemas.microsoft.com/office/drawing/2014/main" id="{53C371B2-9A37-48FC-A28A-C018B83D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00363"/>
            <a:ext cx="3095625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param-title">
            <a:extLst xmlns:a="http://schemas.openxmlformats.org/drawingml/2006/main">
              <a:ext uri="{FF2B5EF4-FFF2-40B4-BE49-F238E27FC236}">
                <a16:creationId xmlns:a16="http://schemas.microsoft.com/office/drawing/2014/main" id="{E889A272-7466-415D-9D6A-290D43DA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7063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Input function</a:t>
            </a:r>
          </a:p>
        </p:txBody>
      </p:sp>
      <p:sp>
        <p:nvSpPr>
          <p:cNvPr id="8" name="param-body">
            <a:extLst xmlns:a="http://schemas.openxmlformats.org/drawingml/2006/main">
              <a:ext uri="{FF2B5EF4-FFF2-40B4-BE49-F238E27FC236}">
                <a16:creationId xmlns:a16="http://schemas.microsoft.com/office/drawing/2014/main" id="{808CF686-1E5F-43C3-ABA2-C220247E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2838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parameter: nilai, batas_lulus</a:t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argument: 82, 75</a:t>
            </a:r>
          </a:p>
        </p:txBody>
      </p:sp>
      <p:sp>
        <p:nvSpPr>
          <p:cNvPr id="9" name="function-purpose">
            <a:extLst xmlns:a="http://schemas.openxmlformats.org/drawingml/2006/main">
              <a:ext uri="{FF2B5EF4-FFF2-40B4-BE49-F238E27FC236}">
                <a16:creationId xmlns:a16="http://schemas.microsoft.com/office/drawing/2014/main" id="{BF3F5264-D60F-4CD1-A7CB-A2CF1425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81638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Satu aturan dapat dipakai ulang untuk data atau batas yang berbeda.</a:t>
            </a:r>
          </a:p>
        </p:txBody>
      </p:sp>
    </p:spTree>
    <p:extLst>
      <p:ext uri="{BB962C8B-B14F-4D97-AF65-F5344CB8AC3E}">
        <p14:creationId xmlns:p14="http://schemas.microsoft.com/office/powerpoint/2010/main" val="15594512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CC7904-FC1B-4BD9-806D-8E9A85B6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print dan return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5A6A1F8-2D22-4853-B7F6-94AC998D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print menampilkan nilai. return mengirim nilai kembali kepada pemanggil.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4038CF9-AAC7-41E1-B3D8-CD879B3B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print-versus-return-bg">
            <a:extLst xmlns:a="http://schemas.openxmlformats.org/drawingml/2006/main">
              <a:ext uri="{FF2B5EF4-FFF2-40B4-BE49-F238E27FC236}">
                <a16:creationId xmlns:a16="http://schemas.microsoft.com/office/drawing/2014/main" id="{F34DF8E8-E802-4301-9FD0-04D12892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28900"/>
            <a:ext cx="5000625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print-versus-return-text">
            <a:extLst xmlns:a="http://schemas.openxmlformats.org/drawingml/2006/main">
              <a:ext uri="{FF2B5EF4-FFF2-40B4-BE49-F238E27FC236}">
                <a16:creationId xmlns:a16="http://schemas.microsoft.com/office/drawing/2014/main" id="{0F510858-8CB4-4388-BF8C-6AEAC2DC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45243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cetak_total(data):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print(sum(data))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hitung_total(data):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sum(data)</a:t>
            </a:r>
          </a:p>
        </p:txBody>
      </p:sp>
      <p:sp>
        <p:nvSpPr>
          <p:cNvPr id="6" name="display-panel">
            <a:extLst xmlns:a="http://schemas.openxmlformats.org/drawingml/2006/main">
              <a:ext uri="{FF2B5EF4-FFF2-40B4-BE49-F238E27FC236}">
                <a16:creationId xmlns:a16="http://schemas.microsoft.com/office/drawing/2014/main" id="{E370B90C-D102-47D0-B253-16B1F4E3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95575"/>
            <a:ext cx="3571875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display-head">
            <a:extLst xmlns:a="http://schemas.openxmlformats.org/drawingml/2006/main">
              <a:ext uri="{FF2B5EF4-FFF2-40B4-BE49-F238E27FC236}">
                <a16:creationId xmlns:a16="http://schemas.microsoft.com/office/drawing/2014/main" id="{F53483EA-9853-482C-B685-291E96FC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28925"/>
            <a:ext cx="3152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print(...)</a:t>
            </a:r>
          </a:p>
        </p:txBody>
      </p:sp>
      <p:sp>
        <p:nvSpPr>
          <p:cNvPr id="8" name="display-body">
            <a:extLst xmlns:a="http://schemas.openxmlformats.org/drawingml/2006/main">
              <a:ext uri="{FF2B5EF4-FFF2-40B4-BE49-F238E27FC236}">
                <a16:creationId xmlns:a16="http://schemas.microsoft.com/office/drawing/2014/main" id="{2508B9EA-0685-436D-A8E7-8D48CC9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3152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terlihat di output.</a:t>
            </a:r>
          </a:p>
        </p:txBody>
      </p:sp>
      <p:sp>
        <p:nvSpPr>
          <p:cNvPr id="9" name="return-panel">
            <a:extLst xmlns:a="http://schemas.openxmlformats.org/drawingml/2006/main">
              <a:ext uri="{FF2B5EF4-FFF2-40B4-BE49-F238E27FC236}">
                <a16:creationId xmlns:a16="http://schemas.microsoft.com/office/drawing/2014/main" id="{A26A3F4F-82FA-4DF5-A54C-DA5AAF2E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3571875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return-head">
            <a:extLst xmlns:a="http://schemas.openxmlformats.org/drawingml/2006/main">
              <a:ext uri="{FF2B5EF4-FFF2-40B4-BE49-F238E27FC236}">
                <a16:creationId xmlns:a16="http://schemas.microsoft.com/office/drawing/2014/main" id="{4067767E-EBBA-4BF6-8080-8B5CC949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14800"/>
            <a:ext cx="3152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return</a:t>
            </a:r>
          </a:p>
        </p:txBody>
      </p:sp>
      <p:sp>
        <p:nvSpPr>
          <p:cNvPr id="11" name="return-body">
            <a:extLst xmlns:a="http://schemas.openxmlformats.org/drawingml/2006/main">
              <a:ext uri="{FF2B5EF4-FFF2-40B4-BE49-F238E27FC236}">
                <a16:creationId xmlns:a16="http://schemas.microsoft.com/office/drawing/2014/main" id="{C226C0F4-E9D2-4D42-BDFC-44F62548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67225"/>
            <a:ext cx="3152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5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dapat disimpan atau dipakai lagi.</a:t>
            </a:r>
          </a:p>
        </p:txBody>
      </p:sp>
      <p:sp>
        <p:nvSpPr>
          <p:cNvPr id="12" name="none-note">
            <a:extLst xmlns:a="http://schemas.openxmlformats.org/drawingml/2006/main">
              <a:ext uri="{FF2B5EF4-FFF2-40B4-BE49-F238E27FC236}">
                <a16:creationId xmlns:a16="http://schemas.microsoft.com/office/drawing/2014/main" id="{4434CD36-8E8B-435F-94E1-BFB2FD35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6007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Function tanpa return eksplisit mengembalikan None.</a:t>
            </a:r>
          </a:p>
        </p:txBody>
      </p:sp>
    </p:spTree>
    <p:extLst>
      <p:ext uri="{BB962C8B-B14F-4D97-AF65-F5344CB8AC3E}">
        <p14:creationId xmlns:p14="http://schemas.microsoft.com/office/powerpoint/2010/main" val="4460175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3612D6-48DC-4830-9627-095D28EA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Recursion dan base case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47EFC03-7617-4158-9EBE-1938A926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Function rekursif memanggil dirinya untuk masalah yang lebih kecil.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5D93493-CE51-4268-B55A-85E0D7C0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fibonacci-bg">
            <a:extLst xmlns:a="http://schemas.openxmlformats.org/drawingml/2006/main">
              <a:ext uri="{FF2B5EF4-FFF2-40B4-BE49-F238E27FC236}">
                <a16:creationId xmlns:a16="http://schemas.microsoft.com/office/drawing/2014/main" id="{CA1EFA41-47C6-4BE4-BF25-A349F996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8" y="2857500"/>
            <a:ext cx="4191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fibonacci-text">
            <a:extLst xmlns:a="http://schemas.openxmlformats.org/drawingml/2006/main">
              <a:ext uri="{FF2B5EF4-FFF2-40B4-BE49-F238E27FC236}">
                <a16:creationId xmlns:a16="http://schemas.microsoft.com/office/drawing/2014/main" id="{AF9A4890-5195-454E-B676-6AE36263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3" y="3067050"/>
            <a:ext cx="37147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fib(n):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if n == 0: return 0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if n == 1: return 1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fib(n-1) + fib(n-2)</a:t>
            </a:r>
          </a:p>
        </p:txBody>
      </p:sp>
      <p:sp>
        <p:nvSpPr>
          <p:cNvPr id="6" name="fib-0">
            <a:extLst xmlns:a="http://schemas.openxmlformats.org/drawingml/2006/main">
              <a:ext uri="{FF2B5EF4-FFF2-40B4-BE49-F238E27FC236}">
                <a16:creationId xmlns:a16="http://schemas.microsoft.com/office/drawing/2014/main" id="{F4EBD8B1-31C0-4145-8771-EC767BB8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3609975"/>
            <a:ext cx="895350" cy="11049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7" name="fib-name-0">
            <a:extLst xmlns:a="http://schemas.openxmlformats.org/drawingml/2006/main">
              <a:ext uri="{FF2B5EF4-FFF2-40B4-BE49-F238E27FC236}">
                <a16:creationId xmlns:a16="http://schemas.microsoft.com/office/drawing/2014/main" id="{4DD7E8CA-6F2A-42B0-A330-97E4A92D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37909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f(0)</a:t>
            </a:r>
          </a:p>
        </p:txBody>
      </p:sp>
      <p:sp>
        <p:nvSpPr>
          <p:cNvPr id="8" name="fib-value-0">
            <a:extLst xmlns:a="http://schemas.openxmlformats.org/drawingml/2006/main">
              <a:ext uri="{FF2B5EF4-FFF2-40B4-BE49-F238E27FC236}">
                <a16:creationId xmlns:a16="http://schemas.microsoft.com/office/drawing/2014/main" id="{6EA9C218-782B-45BC-8E54-0A82D7AA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421957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0</a:t>
            </a:r>
          </a:p>
        </p:txBody>
      </p:sp>
      <p:sp>
        <p:nvSpPr>
          <p:cNvPr id="9" name="fib-1">
            <a:extLst xmlns:a="http://schemas.openxmlformats.org/drawingml/2006/main">
              <a:ext uri="{FF2B5EF4-FFF2-40B4-BE49-F238E27FC236}">
                <a16:creationId xmlns:a16="http://schemas.microsoft.com/office/drawing/2014/main" id="{8F563B6C-A7B7-4D1A-AE0F-05101A42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3609975"/>
            <a:ext cx="895350" cy="11049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fib-name-1">
            <a:extLst xmlns:a="http://schemas.openxmlformats.org/drawingml/2006/main">
              <a:ext uri="{FF2B5EF4-FFF2-40B4-BE49-F238E27FC236}">
                <a16:creationId xmlns:a16="http://schemas.microsoft.com/office/drawing/2014/main" id="{A7803E7C-5F3D-41B0-BFA5-9FD505E5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37909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f(1)</a:t>
            </a:r>
          </a:p>
        </p:txBody>
      </p:sp>
      <p:sp>
        <p:nvSpPr>
          <p:cNvPr id="11" name="fib-value-1">
            <a:extLst xmlns:a="http://schemas.openxmlformats.org/drawingml/2006/main">
              <a:ext uri="{FF2B5EF4-FFF2-40B4-BE49-F238E27FC236}">
                <a16:creationId xmlns:a16="http://schemas.microsoft.com/office/drawing/2014/main" id="{CBB94770-D11D-495E-BE40-4F26422A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1957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1</a:t>
            </a:r>
          </a:p>
        </p:txBody>
      </p:sp>
      <p:sp>
        <p:nvSpPr>
          <p:cNvPr id="12" name="fib-2">
            <a:extLst xmlns:a="http://schemas.openxmlformats.org/drawingml/2006/main">
              <a:ext uri="{FF2B5EF4-FFF2-40B4-BE49-F238E27FC236}">
                <a16:creationId xmlns:a16="http://schemas.microsoft.com/office/drawing/2014/main" id="{D990FA96-FCC9-4C6E-B567-E2E10CD0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763" y="3609975"/>
            <a:ext cx="895350" cy="11049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3" name="fib-name-2">
            <a:extLst xmlns:a="http://schemas.openxmlformats.org/drawingml/2006/main">
              <a:ext uri="{FF2B5EF4-FFF2-40B4-BE49-F238E27FC236}">
                <a16:creationId xmlns:a16="http://schemas.microsoft.com/office/drawing/2014/main" id="{44053C30-E6B5-413F-8826-D5911A63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763" y="37909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f(2)</a:t>
            </a:r>
          </a:p>
        </p:txBody>
      </p:sp>
      <p:sp>
        <p:nvSpPr>
          <p:cNvPr id="14" name="fib-value-2">
            <a:extLst xmlns:a="http://schemas.openxmlformats.org/drawingml/2006/main">
              <a:ext uri="{FF2B5EF4-FFF2-40B4-BE49-F238E27FC236}">
                <a16:creationId xmlns:a16="http://schemas.microsoft.com/office/drawing/2014/main" id="{3AD42EFA-18A5-48DA-89F8-844F8D5E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763" y="421957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1</a:t>
            </a:r>
          </a:p>
        </p:txBody>
      </p:sp>
      <p:sp>
        <p:nvSpPr>
          <p:cNvPr id="15" name="fib-3">
            <a:extLst xmlns:a="http://schemas.openxmlformats.org/drawingml/2006/main">
              <a:ext uri="{FF2B5EF4-FFF2-40B4-BE49-F238E27FC236}">
                <a16:creationId xmlns:a16="http://schemas.microsoft.com/office/drawing/2014/main" id="{2215D73F-AE8C-440A-807E-677AA969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3609975"/>
            <a:ext cx="895350" cy="11049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6" name="fib-name-3">
            <a:extLst xmlns:a="http://schemas.openxmlformats.org/drawingml/2006/main">
              <a:ext uri="{FF2B5EF4-FFF2-40B4-BE49-F238E27FC236}">
                <a16:creationId xmlns:a16="http://schemas.microsoft.com/office/drawing/2014/main" id="{74E186D0-05CF-4F28-95BD-3B893CB1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37909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f(3)</a:t>
            </a:r>
          </a:p>
        </p:txBody>
      </p:sp>
      <p:sp>
        <p:nvSpPr>
          <p:cNvPr id="17" name="fib-value-3">
            <a:extLst xmlns:a="http://schemas.openxmlformats.org/drawingml/2006/main">
              <a:ext uri="{FF2B5EF4-FFF2-40B4-BE49-F238E27FC236}">
                <a16:creationId xmlns:a16="http://schemas.microsoft.com/office/drawing/2014/main" id="{50FCF2FE-F93B-4C41-B671-50AC26B5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421957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2</a:t>
            </a:r>
          </a:p>
        </p:txBody>
      </p:sp>
      <p:sp>
        <p:nvSpPr>
          <p:cNvPr id="18" name="fib-4">
            <a:extLst xmlns:a="http://schemas.openxmlformats.org/drawingml/2006/main">
              <a:ext uri="{FF2B5EF4-FFF2-40B4-BE49-F238E27FC236}">
                <a16:creationId xmlns:a16="http://schemas.microsoft.com/office/drawing/2014/main" id="{6AE5128F-8A05-4A21-AEFB-E032AF9B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363" y="3609975"/>
            <a:ext cx="895350" cy="11049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9" name="fib-name-4">
            <a:extLst xmlns:a="http://schemas.openxmlformats.org/drawingml/2006/main">
              <a:ext uri="{FF2B5EF4-FFF2-40B4-BE49-F238E27FC236}">
                <a16:creationId xmlns:a16="http://schemas.microsoft.com/office/drawing/2014/main" id="{E4005E82-A276-46D8-8B15-7BCB8D7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363" y="37909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f(4)</a:t>
            </a:r>
          </a:p>
        </p:txBody>
      </p:sp>
      <p:sp>
        <p:nvSpPr>
          <p:cNvPr id="20" name="fib-value-4">
            <a:extLst xmlns:a="http://schemas.openxmlformats.org/drawingml/2006/main">
              <a:ext uri="{FF2B5EF4-FFF2-40B4-BE49-F238E27FC236}">
                <a16:creationId xmlns:a16="http://schemas.microsoft.com/office/drawing/2014/main" id="{039C0554-6C9B-48AC-94EE-13ECCBDB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363" y="421957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3</a:t>
            </a:r>
          </a:p>
        </p:txBody>
      </p:sp>
      <p:sp>
        <p:nvSpPr>
          <p:cNvPr id="21" name="base-case-note">
            <a:extLst xmlns:a="http://schemas.openxmlformats.org/drawingml/2006/main">
              <a:ext uri="{FF2B5EF4-FFF2-40B4-BE49-F238E27FC236}">
                <a16:creationId xmlns:a16="http://schemas.microsoft.com/office/drawing/2014/main" id="{794A0C08-3D03-4EFC-859D-E105FF42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663" y="5124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f(0) dan f(1) menghentikan pemanggilan berulang.</a:t>
            </a:r>
          </a:p>
        </p:txBody>
      </p:sp>
    </p:spTree>
    <p:extLst>
      <p:ext uri="{BB962C8B-B14F-4D97-AF65-F5344CB8AC3E}">
        <p14:creationId xmlns:p14="http://schemas.microsoft.com/office/powerpoint/2010/main" val="13609835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A5FDCB-C4C2-40A1-9327-10C7099D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Mean dan median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4E0FE17-9842-46E3-895D-14673029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Mean memakai seluruh nilai. Median adalah nilai tengah setelah data diurutkan.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24756B3-EA0C-4631-8FEB-9B6E4A3E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mean-value-0">
            <a:extLst xmlns:a="http://schemas.openxmlformats.org/drawingml/2006/main">
              <a:ext uri="{FF2B5EF4-FFF2-40B4-BE49-F238E27FC236}">
                <a16:creationId xmlns:a16="http://schemas.microsoft.com/office/drawing/2014/main" id="{2486CA3C-75BB-4AA8-98EF-C1335E6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2667000"/>
            <a:ext cx="1066800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mean-v-0">
            <a:extLst xmlns:a="http://schemas.openxmlformats.org/drawingml/2006/main">
              <a:ext uri="{FF2B5EF4-FFF2-40B4-BE49-F238E27FC236}">
                <a16:creationId xmlns:a16="http://schemas.microsoft.com/office/drawing/2014/main" id="{1DC9CC5F-9EB4-4B96-B4AA-56CD235F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28575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6" name="mean-value-1">
            <a:extLst xmlns:a="http://schemas.openxmlformats.org/drawingml/2006/main">
              <a:ext uri="{FF2B5EF4-FFF2-40B4-BE49-F238E27FC236}">
                <a16:creationId xmlns:a16="http://schemas.microsoft.com/office/drawing/2014/main" id="{189D3BE9-7988-46B7-AC80-0781EA1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667000"/>
            <a:ext cx="1066800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mean-v-1">
            <a:extLst xmlns:a="http://schemas.openxmlformats.org/drawingml/2006/main">
              <a:ext uri="{FF2B5EF4-FFF2-40B4-BE49-F238E27FC236}">
                <a16:creationId xmlns:a16="http://schemas.microsoft.com/office/drawing/2014/main" id="{9206FD6E-5CA5-4320-9246-0B4CFC4C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8575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8" name="mean-value-2">
            <a:extLst xmlns:a="http://schemas.openxmlformats.org/drawingml/2006/main">
              <a:ext uri="{FF2B5EF4-FFF2-40B4-BE49-F238E27FC236}">
                <a16:creationId xmlns:a16="http://schemas.microsoft.com/office/drawing/2014/main" id="{13F6C576-75D8-460F-AF9F-9CD9F94D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2667000"/>
            <a:ext cx="1066800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9" name="mean-v-2">
            <a:extLst xmlns:a="http://schemas.openxmlformats.org/drawingml/2006/main">
              <a:ext uri="{FF2B5EF4-FFF2-40B4-BE49-F238E27FC236}">
                <a16:creationId xmlns:a16="http://schemas.microsoft.com/office/drawing/2014/main" id="{1582A07B-754F-43D9-A72E-7919DE89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28575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10" name="mean-panel">
            <a:extLst xmlns:a="http://schemas.openxmlformats.org/drawingml/2006/main">
              <a:ext uri="{FF2B5EF4-FFF2-40B4-BE49-F238E27FC236}">
                <a16:creationId xmlns:a16="http://schemas.microsoft.com/office/drawing/2014/main" id="{135E76C5-579E-416C-8321-519755E4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8" y="3867150"/>
            <a:ext cx="4095750" cy="1304925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1" name="mean-head">
            <a:extLst xmlns:a="http://schemas.openxmlformats.org/drawingml/2006/main">
              <a:ext uri="{FF2B5EF4-FFF2-40B4-BE49-F238E27FC236}">
                <a16:creationId xmlns:a16="http://schemas.microsoft.com/office/drawing/2014/main" id="{AEA41F97-0AE8-446B-8002-59FE596C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40005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Mean</a:t>
            </a:r>
          </a:p>
        </p:txBody>
      </p:sp>
      <p:sp>
        <p:nvSpPr>
          <p:cNvPr id="12" name="mean-body">
            <a:extLst xmlns:a="http://schemas.openxmlformats.org/drawingml/2006/main">
              <a:ext uri="{FF2B5EF4-FFF2-40B4-BE49-F238E27FC236}">
                <a16:creationId xmlns:a16="http://schemas.microsoft.com/office/drawing/2014/main" id="{C435F0CC-D776-49BB-BC66-5FE205B5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4352925"/>
            <a:ext cx="3676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(2 + 4 + 6) / 3 = 4</a:t>
            </a:r>
          </a:p>
        </p:txBody>
      </p:sp>
      <p:sp>
        <p:nvSpPr>
          <p:cNvPr id="13" name="median-panel">
            <a:extLst xmlns:a="http://schemas.openxmlformats.org/drawingml/2006/main">
              <a:ext uri="{FF2B5EF4-FFF2-40B4-BE49-F238E27FC236}">
                <a16:creationId xmlns:a16="http://schemas.microsoft.com/office/drawing/2014/main" id="{9189A5C8-2042-4039-9E96-AE5D59A8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313" y="3867150"/>
            <a:ext cx="4095750" cy="1304925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4" name="median-head">
            <a:extLst xmlns:a="http://schemas.openxmlformats.org/drawingml/2006/main">
              <a:ext uri="{FF2B5EF4-FFF2-40B4-BE49-F238E27FC236}">
                <a16:creationId xmlns:a16="http://schemas.microsoft.com/office/drawing/2014/main" id="{A4B43DD7-6B8B-412E-AE99-5A9CE933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40005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Median</a:t>
            </a:r>
          </a:p>
        </p:txBody>
      </p:sp>
      <p:sp>
        <p:nvSpPr>
          <p:cNvPr id="15" name="median-body">
            <a:extLst xmlns:a="http://schemas.openxmlformats.org/drawingml/2006/main">
              <a:ext uri="{FF2B5EF4-FFF2-40B4-BE49-F238E27FC236}">
                <a16:creationId xmlns:a16="http://schemas.microsoft.com/office/drawing/2014/main" id="{4D724261-FFDB-4574-B4DE-83EE91B4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63" y="4352925"/>
            <a:ext cx="3676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di tengah = 4</a:t>
            </a:r>
          </a:p>
        </p:txBody>
      </p:sp>
      <p:sp>
        <p:nvSpPr>
          <p:cNvPr id="16" name="median-even">
            <a:extLst xmlns:a="http://schemas.openxmlformats.org/drawingml/2006/main">
              <a:ext uri="{FF2B5EF4-FFF2-40B4-BE49-F238E27FC236}">
                <a16:creationId xmlns:a16="http://schemas.microsoft.com/office/drawing/2014/main" id="{9DE1D56E-6456-49C5-AD9F-0BBA25B4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55054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Untuk 2, 4, 6, 8, median = (4 + 6) / 2 = 5.</a:t>
            </a:r>
          </a:p>
        </p:txBody>
      </p:sp>
    </p:spTree>
    <p:extLst>
      <p:ext uri="{BB962C8B-B14F-4D97-AF65-F5344CB8AC3E}">
        <p14:creationId xmlns:p14="http://schemas.microsoft.com/office/powerpoint/2010/main" val="17884109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7B0EEF-ECE0-4AF5-BF0D-C4910545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Mode dan range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332D13-474B-42B8-B5D0-8B115684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Mode menunjukkan nilai yang paling sering muncul. Range merentang dari minimum ke maksimum.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E7C5C59-3FE6-4351-A843-F213F0C1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mode-values-head-bg">
            <a:extLst xmlns:a="http://schemas.openxmlformats.org/drawingml/2006/main">
              <a:ext uri="{FF2B5EF4-FFF2-40B4-BE49-F238E27FC236}">
                <a16:creationId xmlns:a16="http://schemas.microsoft.com/office/drawing/2014/main" id="{27C40CE3-FA11-451D-891A-990798B3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43163"/>
            <a:ext cx="46672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mode-values-r0-c0">
            <a:extLst xmlns:a="http://schemas.openxmlformats.org/drawingml/2006/main">
              <a:ext uri="{FF2B5EF4-FFF2-40B4-BE49-F238E27FC236}">
                <a16:creationId xmlns:a16="http://schemas.microsoft.com/office/drawing/2014/main" id="{8FEFB21B-1158-4E68-AA5D-39877FB8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7938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</a:t>
            </a:r>
          </a:p>
        </p:txBody>
      </p:sp>
      <p:sp>
        <p:nvSpPr>
          <p:cNvPr id="6" name="mode-values-r0-c1">
            <a:extLst xmlns:a="http://schemas.openxmlformats.org/drawingml/2006/main">
              <a:ext uri="{FF2B5EF4-FFF2-40B4-BE49-F238E27FC236}">
                <a16:creationId xmlns:a16="http://schemas.microsoft.com/office/drawing/2014/main" id="{82007A24-064F-4004-8E5E-4856E576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547938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Frekuensi</a:t>
            </a:r>
          </a:p>
        </p:txBody>
      </p:sp>
      <p:sp>
        <p:nvSpPr>
          <p:cNvPr id="7" name="mode-values-v0-1">
            <a:extLst xmlns:a="http://schemas.openxmlformats.org/drawingml/2006/main">
              <a:ext uri="{FF2B5EF4-FFF2-40B4-BE49-F238E27FC236}">
                <a16:creationId xmlns:a16="http://schemas.microsoft.com/office/drawing/2014/main" id="{BECA728F-B9B3-4AB9-AFB7-065C6321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812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mode-values-r1-c0">
            <a:extLst xmlns:a="http://schemas.openxmlformats.org/drawingml/2006/main">
              <a:ext uri="{FF2B5EF4-FFF2-40B4-BE49-F238E27FC236}">
                <a16:creationId xmlns:a16="http://schemas.microsoft.com/office/drawing/2014/main" id="{58476E44-FE60-4C1C-9E79-91B90D4F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05138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8</a:t>
            </a:r>
          </a:p>
        </p:txBody>
      </p:sp>
      <p:sp>
        <p:nvSpPr>
          <p:cNvPr id="9" name="mode-values-r1-c1">
            <a:extLst xmlns:a="http://schemas.openxmlformats.org/drawingml/2006/main">
              <a:ext uri="{FF2B5EF4-FFF2-40B4-BE49-F238E27FC236}">
                <a16:creationId xmlns:a16="http://schemas.microsoft.com/office/drawing/2014/main" id="{2DDB495A-05D0-45B3-A95A-7F665E17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05138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0" name="mode-values-v1-1">
            <a:extLst xmlns:a="http://schemas.openxmlformats.org/drawingml/2006/main">
              <a:ext uri="{FF2B5EF4-FFF2-40B4-BE49-F238E27FC236}">
                <a16:creationId xmlns:a16="http://schemas.microsoft.com/office/drawing/2014/main" id="{193762F0-BF3B-4486-9D20-B171EFBA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384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1" name="mode-values-h1">
            <a:extLst xmlns:a="http://schemas.openxmlformats.org/drawingml/2006/main">
              <a:ext uri="{FF2B5EF4-FFF2-40B4-BE49-F238E27FC236}">
                <a16:creationId xmlns:a16="http://schemas.microsoft.com/office/drawing/2014/main" id="{5116508F-324A-4E9B-A606-9BE70CC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037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2" name="mode-values-band-2">
            <a:extLst xmlns:a="http://schemas.openxmlformats.org/drawingml/2006/main">
              <a:ext uri="{FF2B5EF4-FFF2-40B4-BE49-F238E27FC236}">
                <a16:creationId xmlns:a16="http://schemas.microsoft.com/office/drawing/2014/main" id="{B641E797-7EC3-401F-88CA-F3975D8B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7563"/>
            <a:ext cx="466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ode-values-r2-c0">
            <a:extLst xmlns:a="http://schemas.openxmlformats.org/drawingml/2006/main">
              <a:ext uri="{FF2B5EF4-FFF2-40B4-BE49-F238E27FC236}">
                <a16:creationId xmlns:a16="http://schemas.microsoft.com/office/drawing/2014/main" id="{93DD768A-72B6-4C64-8DC6-E5DBBCDC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62338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10</a:t>
            </a:r>
          </a:p>
        </p:txBody>
      </p:sp>
      <p:sp>
        <p:nvSpPr>
          <p:cNvPr id="14" name="mode-values-r2-c1">
            <a:extLst xmlns:a="http://schemas.openxmlformats.org/drawingml/2006/main">
              <a:ext uri="{FF2B5EF4-FFF2-40B4-BE49-F238E27FC236}">
                <a16:creationId xmlns:a16="http://schemas.microsoft.com/office/drawing/2014/main" id="{27054C47-DF60-476D-A30C-A965E14B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462338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5" name="mode-values-v2-1">
            <a:extLst xmlns:a="http://schemas.openxmlformats.org/drawingml/2006/main">
              <a:ext uri="{FF2B5EF4-FFF2-40B4-BE49-F238E27FC236}">
                <a16:creationId xmlns:a16="http://schemas.microsoft.com/office/drawing/2014/main" id="{EFBC4E0B-BEEB-42F0-B691-13B0D884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956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mode-values-h2">
            <a:extLst xmlns:a="http://schemas.openxmlformats.org/drawingml/2006/main">
              <a:ext uri="{FF2B5EF4-FFF2-40B4-BE49-F238E27FC236}">
                <a16:creationId xmlns:a16="http://schemas.microsoft.com/office/drawing/2014/main" id="{B1C5F81C-ACA0-4629-89FB-AED68514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5757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mode-values-r3-c0">
            <a:extLst xmlns:a="http://schemas.openxmlformats.org/drawingml/2006/main">
              <a:ext uri="{FF2B5EF4-FFF2-40B4-BE49-F238E27FC236}">
                <a16:creationId xmlns:a16="http://schemas.microsoft.com/office/drawing/2014/main" id="{2A482604-7059-4E7B-B780-A0E67FA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19538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11</a:t>
            </a:r>
          </a:p>
        </p:txBody>
      </p:sp>
      <p:sp>
        <p:nvSpPr>
          <p:cNvPr id="18" name="mode-values-r3-c1">
            <a:extLst xmlns:a="http://schemas.openxmlformats.org/drawingml/2006/main">
              <a:ext uri="{FF2B5EF4-FFF2-40B4-BE49-F238E27FC236}">
                <a16:creationId xmlns:a16="http://schemas.microsoft.com/office/drawing/2014/main" id="{9B680A5A-4205-48EB-8846-9F5A7EBA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919538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9" name="mode-values-v3-1">
            <a:extLst xmlns:a="http://schemas.openxmlformats.org/drawingml/2006/main">
              <a:ext uri="{FF2B5EF4-FFF2-40B4-BE49-F238E27FC236}">
                <a16:creationId xmlns:a16="http://schemas.microsoft.com/office/drawing/2014/main" id="{A47F91BB-CD54-4755-8A9F-075316B5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528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mode-values-h3">
            <a:extLst xmlns:a="http://schemas.openxmlformats.org/drawingml/2006/main">
              <a:ext uri="{FF2B5EF4-FFF2-40B4-BE49-F238E27FC236}">
                <a16:creationId xmlns:a16="http://schemas.microsoft.com/office/drawing/2014/main" id="{5318034B-6C54-4908-9248-2000DE58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1477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1" name="mode-values-band-4">
            <a:extLst xmlns:a="http://schemas.openxmlformats.org/drawingml/2006/main">
              <a:ext uri="{FF2B5EF4-FFF2-40B4-BE49-F238E27FC236}">
                <a16:creationId xmlns:a16="http://schemas.microsoft.com/office/drawing/2014/main" id="{B9FB12E6-D0AB-4118-A07E-1AC39079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71963"/>
            <a:ext cx="466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ode-values-r4-c0">
            <a:extLst xmlns:a="http://schemas.openxmlformats.org/drawingml/2006/main">
              <a:ext uri="{FF2B5EF4-FFF2-40B4-BE49-F238E27FC236}">
                <a16:creationId xmlns:a16="http://schemas.microsoft.com/office/drawing/2014/main" id="{7501055F-4DEA-4933-8521-A3A6E0E1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76738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12</a:t>
            </a:r>
          </a:p>
        </p:txBody>
      </p:sp>
      <p:sp>
        <p:nvSpPr>
          <p:cNvPr id="23" name="mode-values-r4-c1">
            <a:extLst xmlns:a="http://schemas.openxmlformats.org/drawingml/2006/main">
              <a:ext uri="{FF2B5EF4-FFF2-40B4-BE49-F238E27FC236}">
                <a16:creationId xmlns:a16="http://schemas.microsoft.com/office/drawing/2014/main" id="{02FC76F1-EDD2-458E-848A-568E9DB7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376738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24" name="mode-values-v4-1">
            <a:extLst xmlns:a="http://schemas.openxmlformats.org/drawingml/2006/main">
              <a:ext uri="{FF2B5EF4-FFF2-40B4-BE49-F238E27FC236}">
                <a16:creationId xmlns:a16="http://schemas.microsoft.com/office/drawing/2014/main" id="{1E22BA40-24CD-49C9-84AD-88B2B1E7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100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5" name="mode-values-h4">
            <a:extLst xmlns:a="http://schemas.openxmlformats.org/drawingml/2006/main">
              <a:ext uri="{FF2B5EF4-FFF2-40B4-BE49-F238E27FC236}">
                <a16:creationId xmlns:a16="http://schemas.microsoft.com/office/drawing/2014/main" id="{15CE6771-B2B4-418E-B2C9-494059B1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7197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mode-values-r5-c0">
            <a:extLst xmlns:a="http://schemas.openxmlformats.org/drawingml/2006/main">
              <a:ext uri="{FF2B5EF4-FFF2-40B4-BE49-F238E27FC236}">
                <a16:creationId xmlns:a16="http://schemas.microsoft.com/office/drawing/2014/main" id="{B0936693-F205-4FFF-A2C1-CA26377E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33938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15</a:t>
            </a:r>
          </a:p>
        </p:txBody>
      </p:sp>
      <p:sp>
        <p:nvSpPr>
          <p:cNvPr id="27" name="mode-values-r5-c1">
            <a:extLst xmlns:a="http://schemas.openxmlformats.org/drawingml/2006/main">
              <a:ext uri="{FF2B5EF4-FFF2-40B4-BE49-F238E27FC236}">
                <a16:creationId xmlns:a16="http://schemas.microsoft.com/office/drawing/2014/main" id="{C1EDC9BA-EDB0-4F9A-B945-118882C0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33938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28" name="mode-values-v5-1">
            <a:extLst xmlns:a="http://schemas.openxmlformats.org/drawingml/2006/main">
              <a:ext uri="{FF2B5EF4-FFF2-40B4-BE49-F238E27FC236}">
                <a16:creationId xmlns:a16="http://schemas.microsoft.com/office/drawing/2014/main" id="{5BAFE088-25E2-4CCD-93C5-C2745C3B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672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mode-values-h5">
            <a:extLst xmlns:a="http://schemas.openxmlformats.org/drawingml/2006/main">
              <a:ext uri="{FF2B5EF4-FFF2-40B4-BE49-F238E27FC236}">
                <a16:creationId xmlns:a16="http://schemas.microsoft.com/office/drawing/2014/main" id="{BD85C7AA-B157-467B-863C-03162444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0" name="mode-values-band-6">
            <a:extLst xmlns:a="http://schemas.openxmlformats.org/drawingml/2006/main">
              <a:ext uri="{FF2B5EF4-FFF2-40B4-BE49-F238E27FC236}">
                <a16:creationId xmlns:a16="http://schemas.microsoft.com/office/drawing/2014/main" id="{CF854474-9CDF-4060-88DE-779EE6F9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86363"/>
            <a:ext cx="466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ode-values-r6-c0">
            <a:extLst xmlns:a="http://schemas.openxmlformats.org/drawingml/2006/main">
              <a:ext uri="{FF2B5EF4-FFF2-40B4-BE49-F238E27FC236}">
                <a16:creationId xmlns:a16="http://schemas.microsoft.com/office/drawing/2014/main" id="{E7C640B8-1A7C-4AF2-8617-2D8E7B47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1138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20</a:t>
            </a:r>
          </a:p>
        </p:txBody>
      </p:sp>
      <p:sp>
        <p:nvSpPr>
          <p:cNvPr id="32" name="mode-values-r6-c1">
            <a:extLst xmlns:a="http://schemas.openxmlformats.org/drawingml/2006/main">
              <a:ext uri="{FF2B5EF4-FFF2-40B4-BE49-F238E27FC236}">
                <a16:creationId xmlns:a16="http://schemas.microsoft.com/office/drawing/2014/main" id="{8F1C98A0-5AD1-45BD-AC4B-88CCA77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291138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33" name="mode-values-v6-1">
            <a:extLst xmlns:a="http://schemas.openxmlformats.org/drawingml/2006/main">
              <a:ext uri="{FF2B5EF4-FFF2-40B4-BE49-F238E27FC236}">
                <a16:creationId xmlns:a16="http://schemas.microsoft.com/office/drawing/2014/main" id="{7D181796-DEE1-43D5-B206-3F74A6C2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244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mode-values-h6">
            <a:extLst xmlns:a="http://schemas.openxmlformats.org/drawingml/2006/main">
              <a:ext uri="{FF2B5EF4-FFF2-40B4-BE49-F238E27FC236}">
                <a16:creationId xmlns:a16="http://schemas.microsoft.com/office/drawing/2014/main" id="{7988926B-400F-40B2-9A85-826DDA6B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mode-range-summary-panel">
            <a:extLst xmlns:a="http://schemas.openxmlformats.org/drawingml/2006/main">
              <a:ext uri="{FF2B5EF4-FFF2-40B4-BE49-F238E27FC236}">
                <a16:creationId xmlns:a16="http://schemas.microsoft.com/office/drawing/2014/main" id="{DFCFEB2F-C54D-4E6D-9E9D-29AEB03E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3238"/>
            <a:ext cx="381000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36" name="mode-range-summary-head">
            <a:extLst xmlns:a="http://schemas.openxmlformats.org/drawingml/2006/main">
              <a:ext uri="{FF2B5EF4-FFF2-40B4-BE49-F238E27FC236}">
                <a16:creationId xmlns:a16="http://schemas.microsoft.com/office/drawing/2014/main" id="{96EEDA47-E654-4F47-9E34-640CE10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76588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Ringkasan</a:t>
            </a:r>
          </a:p>
        </p:txBody>
      </p:sp>
      <p:sp>
        <p:nvSpPr>
          <p:cNvPr id="37" name="mode-range-summary-body">
            <a:extLst xmlns:a="http://schemas.openxmlformats.org/drawingml/2006/main">
              <a:ext uri="{FF2B5EF4-FFF2-40B4-BE49-F238E27FC236}">
                <a16:creationId xmlns:a16="http://schemas.microsoft.com/office/drawing/2014/main" id="{314A7CC4-BF26-4AC2-98E7-FCA77F01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29013"/>
            <a:ext cx="33909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Mode = 8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Frekuensi = 2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Range = 20 − 8 = 12</a:t>
            </a:r>
          </a:p>
        </p:txBody>
      </p:sp>
      <p:sp>
        <p:nvSpPr>
          <p:cNvPr id="38" name="mode-multimodal">
            <a:extLst xmlns:a="http://schemas.openxmlformats.org/drawingml/2006/main">
              <a:ext uri="{FF2B5EF4-FFF2-40B4-BE49-F238E27FC236}">
                <a16:creationId xmlns:a16="http://schemas.microsoft.com/office/drawing/2014/main" id="{1B8CB404-0BE8-4722-9863-1DC037F1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05488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Data dapat memiliki lebih dari satu mode jika frekuensi tertinggi sama.</a:t>
            </a:r>
          </a:p>
        </p:txBody>
      </p:sp>
    </p:spTree>
    <p:extLst>
      <p:ext uri="{BB962C8B-B14F-4D97-AF65-F5344CB8AC3E}">
        <p14:creationId xmlns:p14="http://schemas.microsoft.com/office/powerpoint/2010/main" val="19315285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D59B47-8706-47DC-8270-AC5112B8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Variansi populasi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F7C7B13-0A16-4798-BFC3-D5872785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Variansi merangkum kuadrat jarak setiap nilai dari mean.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16330AA-0909-471C-ACE9-06393F4C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variance-head-bg">
            <a:extLst xmlns:a="http://schemas.openxmlformats.org/drawingml/2006/main">
              <a:ext uri="{FF2B5EF4-FFF2-40B4-BE49-F238E27FC236}">
                <a16:creationId xmlns:a16="http://schemas.microsoft.com/office/drawing/2014/main" id="{45BAAF49-B710-4A03-9FA5-3585471C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447925"/>
            <a:ext cx="7667625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variance-r0-c0">
            <a:extLst xmlns:a="http://schemas.openxmlformats.org/drawingml/2006/main">
              <a:ext uri="{FF2B5EF4-FFF2-40B4-BE49-F238E27FC236}">
                <a16:creationId xmlns:a16="http://schemas.microsoft.com/office/drawing/2014/main" id="{B59AD469-3F77-4E9E-AD1C-FB040AEF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25527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 x</a:t>
            </a:r>
          </a:p>
        </p:txBody>
      </p:sp>
      <p:sp>
        <p:nvSpPr>
          <p:cNvPr id="6" name="variance-r0-c1">
            <a:extLst xmlns:a="http://schemas.openxmlformats.org/drawingml/2006/main">
              <a:ext uri="{FF2B5EF4-FFF2-40B4-BE49-F238E27FC236}">
                <a16:creationId xmlns:a16="http://schemas.microsoft.com/office/drawing/2014/main" id="{B6A7D7FD-B777-490F-B572-F12A0479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2552700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x − mean</a:t>
            </a:r>
          </a:p>
        </p:txBody>
      </p:sp>
      <p:sp>
        <p:nvSpPr>
          <p:cNvPr id="7" name="variance-v0-1">
            <a:extLst xmlns:a="http://schemas.openxmlformats.org/drawingml/2006/main">
              <a:ext uri="{FF2B5EF4-FFF2-40B4-BE49-F238E27FC236}">
                <a16:creationId xmlns:a16="http://schemas.microsoft.com/office/drawing/2014/main" id="{9351704A-7FE6-4725-8C9A-7A63E808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05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variance-r0-c2">
            <a:extLst xmlns:a="http://schemas.openxmlformats.org/drawingml/2006/main">
              <a:ext uri="{FF2B5EF4-FFF2-40B4-BE49-F238E27FC236}">
                <a16:creationId xmlns:a16="http://schemas.microsoft.com/office/drawing/2014/main" id="{E8A11125-BF8C-44B4-8BB9-36B7E5CA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25527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(x − mean)²</a:t>
            </a:r>
          </a:p>
        </p:txBody>
      </p:sp>
      <p:sp>
        <p:nvSpPr>
          <p:cNvPr id="9" name="variance-v0-2">
            <a:extLst xmlns:a="http://schemas.openxmlformats.org/drawingml/2006/main">
              <a:ext uri="{FF2B5EF4-FFF2-40B4-BE49-F238E27FC236}">
                <a16:creationId xmlns:a16="http://schemas.microsoft.com/office/drawing/2014/main" id="{3F96A86D-AD98-4379-992B-71E66573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variance-r1-c0">
            <a:extLst xmlns:a="http://schemas.openxmlformats.org/drawingml/2006/main">
              <a:ext uri="{FF2B5EF4-FFF2-40B4-BE49-F238E27FC236}">
                <a16:creationId xmlns:a16="http://schemas.microsoft.com/office/drawing/2014/main" id="{F39372AD-7814-492A-ACD9-890BA6B9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31051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1" name="variance-r1-c1">
            <a:extLst xmlns:a="http://schemas.openxmlformats.org/drawingml/2006/main">
              <a:ext uri="{FF2B5EF4-FFF2-40B4-BE49-F238E27FC236}">
                <a16:creationId xmlns:a16="http://schemas.microsoft.com/office/drawing/2014/main" id="{00E58895-CDAC-4580-88F0-E6B5DE62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3105150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−2</a:t>
            </a:r>
          </a:p>
        </p:txBody>
      </p:sp>
      <p:sp>
        <p:nvSpPr>
          <p:cNvPr id="12" name="variance-v1-1">
            <a:extLst xmlns:a="http://schemas.openxmlformats.org/drawingml/2006/main">
              <a:ext uri="{FF2B5EF4-FFF2-40B4-BE49-F238E27FC236}">
                <a16:creationId xmlns:a16="http://schemas.microsoft.com/office/drawing/2014/main" id="{8DAD4547-4ED8-465C-B2CA-E629C31A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variance-r1-c2">
            <a:extLst xmlns:a="http://schemas.openxmlformats.org/drawingml/2006/main">
              <a:ext uri="{FF2B5EF4-FFF2-40B4-BE49-F238E27FC236}">
                <a16:creationId xmlns:a16="http://schemas.microsoft.com/office/drawing/2014/main" id="{E4FB7C8E-A9A5-49F9-9C2C-6EE6AB3D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31051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14" name="variance-v1-2">
            <a:extLst xmlns:a="http://schemas.openxmlformats.org/drawingml/2006/main">
              <a:ext uri="{FF2B5EF4-FFF2-40B4-BE49-F238E27FC236}">
                <a16:creationId xmlns:a16="http://schemas.microsoft.com/office/drawing/2014/main" id="{D6E12788-7F70-4B35-99DA-75D82919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variance-h1">
            <a:extLst xmlns:a="http://schemas.openxmlformats.org/drawingml/2006/main">
              <a:ext uri="{FF2B5EF4-FFF2-40B4-BE49-F238E27FC236}">
                <a16:creationId xmlns:a16="http://schemas.microsoft.com/office/drawing/2014/main" id="{53654778-1CB6-4978-A357-9AE2FF0F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19450"/>
            <a:ext cx="766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variance-band-2">
            <a:extLst xmlns:a="http://schemas.openxmlformats.org/drawingml/2006/main">
              <a:ext uri="{FF2B5EF4-FFF2-40B4-BE49-F238E27FC236}">
                <a16:creationId xmlns:a16="http://schemas.microsoft.com/office/drawing/2014/main" id="{A8E09049-0B52-4EF4-B3C1-B24AE6D0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552825"/>
            <a:ext cx="766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ariance-r2-c0">
            <a:extLst xmlns:a="http://schemas.openxmlformats.org/drawingml/2006/main">
              <a:ext uri="{FF2B5EF4-FFF2-40B4-BE49-F238E27FC236}">
                <a16:creationId xmlns:a16="http://schemas.microsoft.com/office/drawing/2014/main" id="{9FFCC18F-477A-492F-B5F8-68469B5A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36576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18" name="variance-r2-c1">
            <a:extLst xmlns:a="http://schemas.openxmlformats.org/drawingml/2006/main">
              <a:ext uri="{FF2B5EF4-FFF2-40B4-BE49-F238E27FC236}">
                <a16:creationId xmlns:a16="http://schemas.microsoft.com/office/drawing/2014/main" id="{4581544C-3B83-4D4B-96D1-DC2719A3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3657600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19" name="variance-v2-1">
            <a:extLst xmlns:a="http://schemas.openxmlformats.org/drawingml/2006/main">
              <a:ext uri="{FF2B5EF4-FFF2-40B4-BE49-F238E27FC236}">
                <a16:creationId xmlns:a16="http://schemas.microsoft.com/office/drawing/2014/main" id="{BA31E1EE-6417-4493-8634-BAF64C75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10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variance-r2-c2">
            <a:extLst xmlns:a="http://schemas.openxmlformats.org/drawingml/2006/main">
              <a:ext uri="{FF2B5EF4-FFF2-40B4-BE49-F238E27FC236}">
                <a16:creationId xmlns:a16="http://schemas.microsoft.com/office/drawing/2014/main" id="{82913D47-01C5-4E90-B2C3-D8076AE5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36576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21" name="variance-v2-2">
            <a:extLst xmlns:a="http://schemas.openxmlformats.org/drawingml/2006/main">
              <a:ext uri="{FF2B5EF4-FFF2-40B4-BE49-F238E27FC236}">
                <a16:creationId xmlns:a16="http://schemas.microsoft.com/office/drawing/2014/main" id="{52462D77-35CC-4790-A9E6-FBF63285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variance-h2">
            <a:extLst xmlns:a="http://schemas.openxmlformats.org/drawingml/2006/main">
              <a:ext uri="{FF2B5EF4-FFF2-40B4-BE49-F238E27FC236}">
                <a16:creationId xmlns:a16="http://schemas.microsoft.com/office/drawing/2014/main" id="{270A5B00-2DA7-4A4E-8A25-40CA6D3F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71900"/>
            <a:ext cx="766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variance-r3-c0">
            <a:extLst xmlns:a="http://schemas.openxmlformats.org/drawingml/2006/main">
              <a:ext uri="{FF2B5EF4-FFF2-40B4-BE49-F238E27FC236}">
                <a16:creationId xmlns:a16="http://schemas.microsoft.com/office/drawing/2014/main" id="{A9846D7D-967D-4146-8729-E9BCDD38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42100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24" name="variance-r3-c1">
            <a:extLst xmlns:a="http://schemas.openxmlformats.org/drawingml/2006/main">
              <a:ext uri="{FF2B5EF4-FFF2-40B4-BE49-F238E27FC236}">
                <a16:creationId xmlns:a16="http://schemas.microsoft.com/office/drawing/2014/main" id="{7F8E2A57-DC8C-40B0-8152-BAD28FFF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4210050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25" name="variance-v3-1">
            <a:extLst xmlns:a="http://schemas.openxmlformats.org/drawingml/2006/main">
              <a:ext uri="{FF2B5EF4-FFF2-40B4-BE49-F238E27FC236}">
                <a16:creationId xmlns:a16="http://schemas.microsoft.com/office/drawing/2014/main" id="{C3FB0470-1E0C-4349-B276-7A506781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62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variance-r3-c2">
            <a:extLst xmlns:a="http://schemas.openxmlformats.org/drawingml/2006/main">
              <a:ext uri="{FF2B5EF4-FFF2-40B4-BE49-F238E27FC236}">
                <a16:creationId xmlns:a16="http://schemas.microsoft.com/office/drawing/2014/main" id="{C2EA24FA-F7C4-40E1-BE56-491281B2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42100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27" name="variance-v3-2">
            <a:extLst xmlns:a="http://schemas.openxmlformats.org/drawingml/2006/main">
              <a:ext uri="{FF2B5EF4-FFF2-40B4-BE49-F238E27FC236}">
                <a16:creationId xmlns:a16="http://schemas.microsoft.com/office/drawing/2014/main" id="{673E6A4D-1336-423E-BB0C-310FFFD1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62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variance-h3">
            <a:extLst xmlns:a="http://schemas.openxmlformats.org/drawingml/2006/main">
              <a:ext uri="{FF2B5EF4-FFF2-40B4-BE49-F238E27FC236}">
                <a16:creationId xmlns:a16="http://schemas.microsoft.com/office/drawing/2014/main" id="{C68A35F7-F1C4-4A90-AF1E-8B660BB9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24350"/>
            <a:ext cx="766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variance-band-4">
            <a:extLst xmlns:a="http://schemas.openxmlformats.org/drawingml/2006/main">
              <a:ext uri="{FF2B5EF4-FFF2-40B4-BE49-F238E27FC236}">
                <a16:creationId xmlns:a16="http://schemas.microsoft.com/office/drawing/2014/main" id="{167E730D-95B2-4903-8C18-52763A54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657725"/>
            <a:ext cx="766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variance-r4-c0">
            <a:extLst xmlns:a="http://schemas.openxmlformats.org/drawingml/2006/main">
              <a:ext uri="{FF2B5EF4-FFF2-40B4-BE49-F238E27FC236}">
                <a16:creationId xmlns:a16="http://schemas.microsoft.com/office/drawing/2014/main" id="{C3905949-6FB2-4DFE-85C6-F9988C39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47625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</a:t>
            </a:r>
          </a:p>
        </p:txBody>
      </p:sp>
      <p:sp>
        <p:nvSpPr>
          <p:cNvPr id="31" name="variance-r4-c1">
            <a:extLst xmlns:a="http://schemas.openxmlformats.org/drawingml/2006/main">
              <a:ext uri="{FF2B5EF4-FFF2-40B4-BE49-F238E27FC236}">
                <a16:creationId xmlns:a16="http://schemas.microsoft.com/office/drawing/2014/main" id="{7A01543A-3146-4A87-9959-8C127FD2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4762500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variance-v4-1">
            <a:extLst xmlns:a="http://schemas.openxmlformats.org/drawingml/2006/main">
              <a:ext uri="{FF2B5EF4-FFF2-40B4-BE49-F238E27FC236}">
                <a16:creationId xmlns:a16="http://schemas.microsoft.com/office/drawing/2014/main" id="{D129636E-E29D-49A8-86B4-7F36A744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14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variance-r4-c2">
            <a:extLst xmlns:a="http://schemas.openxmlformats.org/drawingml/2006/main">
              <a:ext uri="{FF2B5EF4-FFF2-40B4-BE49-F238E27FC236}">
                <a16:creationId xmlns:a16="http://schemas.microsoft.com/office/drawing/2014/main" id="{93E805D1-4DAE-401B-9E8B-AD5F3580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47625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34" name="variance-v4-2">
            <a:extLst xmlns:a="http://schemas.openxmlformats.org/drawingml/2006/main">
              <a:ext uri="{FF2B5EF4-FFF2-40B4-BE49-F238E27FC236}">
                <a16:creationId xmlns:a16="http://schemas.microsoft.com/office/drawing/2014/main" id="{E3BA9166-A07D-40AB-9D59-C3A0E119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14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variance-h4">
            <a:extLst xmlns:a="http://schemas.openxmlformats.org/drawingml/2006/main">
              <a:ext uri="{FF2B5EF4-FFF2-40B4-BE49-F238E27FC236}">
                <a16:creationId xmlns:a16="http://schemas.microsoft.com/office/drawing/2014/main" id="{E849D807-B483-4337-960B-BE21D8A1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76800"/>
            <a:ext cx="766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variance-result">
            <a:extLst xmlns:a="http://schemas.openxmlformats.org/drawingml/2006/main">
              <a:ext uri="{FF2B5EF4-FFF2-40B4-BE49-F238E27FC236}">
                <a16:creationId xmlns:a16="http://schemas.microsoft.com/office/drawing/2014/main" id="{C82FA1EE-216F-4E03-B08F-CC43A788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563" y="5553075"/>
            <a:ext cx="4191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37" name="variance-result-text">
            <a:extLst xmlns:a="http://schemas.openxmlformats.org/drawingml/2006/main">
              <a:ext uri="{FF2B5EF4-FFF2-40B4-BE49-F238E27FC236}">
                <a16:creationId xmlns:a16="http://schemas.microsoft.com/office/drawing/2014/main" id="{9F55F8E7-48B5-4300-9779-C22BED80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5715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1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variance = 8 / 3 ≈ 2.67</a:t>
            </a:r>
          </a:p>
        </p:txBody>
      </p:sp>
    </p:spTree>
    <p:extLst>
      <p:ext uri="{BB962C8B-B14F-4D97-AF65-F5344CB8AC3E}">
        <p14:creationId xmlns:p14="http://schemas.microsoft.com/office/powerpoint/2010/main" val="12143315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9A436F-CF04-4FC6-B0EB-65654781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Standard deviation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BA210D-A1FA-40FE-9FE4-9722534E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Akar variansi mengukur penyebaran dengan satuan yang sama seperti data.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4B954DB-F39B-44E2-93BD-E532A9C0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d-0-title">
            <a:extLst xmlns:a="http://schemas.openxmlformats.org/drawingml/2006/main">
              <a:ext uri="{FF2B5EF4-FFF2-40B4-BE49-F238E27FC236}">
                <a16:creationId xmlns:a16="http://schemas.microsoft.com/office/drawing/2014/main" id="{19B850B9-9F8E-40D7-8A20-733F5724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2890838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</a:t>
            </a:r>
          </a:p>
        </p:txBody>
      </p:sp>
      <p:sp>
        <p:nvSpPr>
          <p:cNvPr id="5" name="sd-0-axis">
            <a:extLst xmlns:a="http://schemas.openxmlformats.org/drawingml/2006/main">
              <a:ext uri="{FF2B5EF4-FFF2-40B4-BE49-F238E27FC236}">
                <a16:creationId xmlns:a16="http://schemas.microsoft.com/office/drawing/2014/main" id="{4D625B8A-8919-479B-B2DA-A7149B9A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790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EAEE"/>
            </a:solidFill>
            <a:prstDash val="solid"/>
          </a:ln>
        </p:spPr>
      </p:sp>
      <p:sp>
        <p:nvSpPr>
          <p:cNvPr id="6" name="sd-dot-0-0">
            <a:extLst xmlns:a="http://schemas.openxmlformats.org/drawingml/2006/main">
              <a:ext uri="{FF2B5EF4-FFF2-40B4-BE49-F238E27FC236}">
                <a16:creationId xmlns:a16="http://schemas.microsoft.com/office/drawing/2014/main" id="{EB46BC52-E843-4D3C-84B3-8F0C7FBC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2967038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7" name="sd-val-0-0">
            <a:extLst xmlns:a="http://schemas.openxmlformats.org/drawingml/2006/main">
              <a:ext uri="{FF2B5EF4-FFF2-40B4-BE49-F238E27FC236}">
                <a16:creationId xmlns:a16="http://schemas.microsoft.com/office/drawing/2014/main" id="{54711747-DCAA-4503-9B43-E7630755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113" y="3348038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28</a:t>
            </a:r>
          </a:p>
        </p:txBody>
      </p:sp>
      <p:sp>
        <p:nvSpPr>
          <p:cNvPr id="8" name="sd-dot-0-1">
            <a:extLst xmlns:a="http://schemas.openxmlformats.org/drawingml/2006/main">
              <a:ext uri="{FF2B5EF4-FFF2-40B4-BE49-F238E27FC236}">
                <a16:creationId xmlns:a16="http://schemas.microsoft.com/office/drawing/2014/main" id="{F29D4CD5-F5F8-4C44-84DF-C17D3F18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688" y="2967038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9" name="sd-val-0-1">
            <a:extLst xmlns:a="http://schemas.openxmlformats.org/drawingml/2006/main">
              <a:ext uri="{FF2B5EF4-FFF2-40B4-BE49-F238E27FC236}">
                <a16:creationId xmlns:a16="http://schemas.microsoft.com/office/drawing/2014/main" id="{937BBB7D-80F3-42EF-A876-723E78F3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3348038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29</a:t>
            </a:r>
          </a:p>
        </p:txBody>
      </p:sp>
      <p:sp>
        <p:nvSpPr>
          <p:cNvPr id="10" name="sd-dot-0-2">
            <a:extLst xmlns:a="http://schemas.openxmlformats.org/drawingml/2006/main">
              <a:ext uri="{FF2B5EF4-FFF2-40B4-BE49-F238E27FC236}">
                <a16:creationId xmlns:a16="http://schemas.microsoft.com/office/drawing/2014/main" id="{CB1BE539-D5D5-4305-9D51-B86AF9E5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2967038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1" name="sd-val-0-2">
            <a:extLst xmlns:a="http://schemas.openxmlformats.org/drawingml/2006/main">
              <a:ext uri="{FF2B5EF4-FFF2-40B4-BE49-F238E27FC236}">
                <a16:creationId xmlns:a16="http://schemas.microsoft.com/office/drawing/2014/main" id="{B82DFC98-D504-4C27-9E0E-B1B00468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3348038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30</a:t>
            </a:r>
          </a:p>
        </p:txBody>
      </p:sp>
      <p:sp>
        <p:nvSpPr>
          <p:cNvPr id="12" name="sd-dot-0-3">
            <a:extLst xmlns:a="http://schemas.openxmlformats.org/drawingml/2006/main">
              <a:ext uri="{FF2B5EF4-FFF2-40B4-BE49-F238E27FC236}">
                <a16:creationId xmlns:a16="http://schemas.microsoft.com/office/drawing/2014/main" id="{1003106D-945D-40A2-90E1-50385ED6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2967038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3" name="sd-val-0-3">
            <a:extLst xmlns:a="http://schemas.openxmlformats.org/drawingml/2006/main">
              <a:ext uri="{FF2B5EF4-FFF2-40B4-BE49-F238E27FC236}">
                <a16:creationId xmlns:a16="http://schemas.microsoft.com/office/drawing/2014/main" id="{94BBB83E-27DD-4572-8636-B20099A1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348038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31</a:t>
            </a:r>
          </a:p>
        </p:txBody>
      </p:sp>
      <p:sp>
        <p:nvSpPr>
          <p:cNvPr id="14" name="sd-dot-0-4">
            <a:extLst xmlns:a="http://schemas.openxmlformats.org/drawingml/2006/main">
              <a:ext uri="{FF2B5EF4-FFF2-40B4-BE49-F238E27FC236}">
                <a16:creationId xmlns:a16="http://schemas.microsoft.com/office/drawing/2014/main" id="{63AFFC3C-2B9C-4E8E-9332-C7859FC5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2967038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5" name="sd-val-0-4">
            <a:extLst xmlns:a="http://schemas.openxmlformats.org/drawingml/2006/main">
              <a:ext uri="{FF2B5EF4-FFF2-40B4-BE49-F238E27FC236}">
                <a16:creationId xmlns:a16="http://schemas.microsoft.com/office/drawing/2014/main" id="{A8657DA8-0A76-4ADC-857A-FD4EA61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3348038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32</a:t>
            </a:r>
          </a:p>
        </p:txBody>
      </p:sp>
      <p:sp>
        <p:nvSpPr>
          <p:cNvPr id="16" name="sd-1-title">
            <a:extLst xmlns:a="http://schemas.openxmlformats.org/drawingml/2006/main">
              <a:ext uri="{FF2B5EF4-FFF2-40B4-BE49-F238E27FC236}">
                <a16:creationId xmlns:a16="http://schemas.microsoft.com/office/drawing/2014/main" id="{3C54250B-9AEB-49C7-B14B-9F278B2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4129088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</a:t>
            </a:r>
          </a:p>
        </p:txBody>
      </p:sp>
      <p:sp>
        <p:nvSpPr>
          <p:cNvPr id="17" name="sd-1-axis">
            <a:extLst xmlns:a="http://schemas.openxmlformats.org/drawingml/2006/main">
              <a:ext uri="{FF2B5EF4-FFF2-40B4-BE49-F238E27FC236}">
                <a16:creationId xmlns:a16="http://schemas.microsoft.com/office/drawing/2014/main" id="{2D3487BF-B251-454A-86F0-DE00BED2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790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EAEE"/>
            </a:solidFill>
            <a:prstDash val="solid"/>
          </a:ln>
        </p:spPr>
      </p:sp>
      <p:sp>
        <p:nvSpPr>
          <p:cNvPr id="18" name="sd-dot-1-0">
            <a:extLst xmlns:a="http://schemas.openxmlformats.org/drawingml/2006/main">
              <a:ext uri="{FF2B5EF4-FFF2-40B4-BE49-F238E27FC236}">
                <a16:creationId xmlns:a16="http://schemas.microsoft.com/office/drawing/2014/main" id="{4B45D694-EF50-48FC-87F2-A281E3E1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688" y="4205288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34"/>
          </a:solidFill>
          <a:ln xmlns:a="http://schemas.openxmlformats.org/drawingml/2006/main" w="9525">
            <a:solidFill>
              <a:srgbClr val="E5B834"/>
            </a:solidFill>
            <a:prstDash val="solid"/>
          </a:ln>
        </p:spPr>
      </p:sp>
      <p:sp>
        <p:nvSpPr>
          <p:cNvPr id="19" name="sd-val-1-0">
            <a:extLst xmlns:a="http://schemas.openxmlformats.org/drawingml/2006/main">
              <a:ext uri="{FF2B5EF4-FFF2-40B4-BE49-F238E27FC236}">
                <a16:creationId xmlns:a16="http://schemas.microsoft.com/office/drawing/2014/main" id="{A7488F26-B7A6-4482-996C-42C53CB5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4586288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20" name="sd-dot-1-1">
            <a:extLst xmlns:a="http://schemas.openxmlformats.org/drawingml/2006/main">
              <a:ext uri="{FF2B5EF4-FFF2-40B4-BE49-F238E27FC236}">
                <a16:creationId xmlns:a16="http://schemas.microsoft.com/office/drawing/2014/main" id="{3B505C9B-1B88-4AB5-97D3-9FEE8E64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4205288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34"/>
          </a:solidFill>
          <a:ln xmlns:a="http://schemas.openxmlformats.org/drawingml/2006/main" w="9525">
            <a:solidFill>
              <a:srgbClr val="E5B834"/>
            </a:solidFill>
            <a:prstDash val="solid"/>
          </a:ln>
        </p:spPr>
      </p:sp>
      <p:sp>
        <p:nvSpPr>
          <p:cNvPr id="21" name="sd-val-1-1">
            <a:extLst xmlns:a="http://schemas.openxmlformats.org/drawingml/2006/main">
              <a:ext uri="{FF2B5EF4-FFF2-40B4-BE49-F238E27FC236}">
                <a16:creationId xmlns:a16="http://schemas.microsoft.com/office/drawing/2014/main" id="{31BF7E5B-369C-4F51-9776-90EFDB98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113" y="4586288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25</a:t>
            </a:r>
          </a:p>
        </p:txBody>
      </p:sp>
      <p:sp>
        <p:nvSpPr>
          <p:cNvPr id="22" name="sd-dot-1-2">
            <a:extLst xmlns:a="http://schemas.openxmlformats.org/drawingml/2006/main">
              <a:ext uri="{FF2B5EF4-FFF2-40B4-BE49-F238E27FC236}">
                <a16:creationId xmlns:a16="http://schemas.microsoft.com/office/drawing/2014/main" id="{169CEA34-F51F-4D64-A520-70CE16C2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4205288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34"/>
          </a:solidFill>
          <a:ln xmlns:a="http://schemas.openxmlformats.org/drawingml/2006/main" w="9525">
            <a:solidFill>
              <a:srgbClr val="E5B834"/>
            </a:solidFill>
            <a:prstDash val="solid"/>
          </a:ln>
        </p:spPr>
      </p:sp>
      <p:sp>
        <p:nvSpPr>
          <p:cNvPr id="23" name="sd-val-1-2">
            <a:extLst xmlns:a="http://schemas.openxmlformats.org/drawingml/2006/main">
              <a:ext uri="{FF2B5EF4-FFF2-40B4-BE49-F238E27FC236}">
                <a16:creationId xmlns:a16="http://schemas.microsoft.com/office/drawing/2014/main" id="{DEE75AEA-8C47-4F08-A8E6-B47FC740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113" y="4586288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30</a:t>
            </a:r>
          </a:p>
        </p:txBody>
      </p:sp>
      <p:sp>
        <p:nvSpPr>
          <p:cNvPr id="24" name="sd-dot-1-3">
            <a:extLst xmlns:a="http://schemas.openxmlformats.org/drawingml/2006/main">
              <a:ext uri="{FF2B5EF4-FFF2-40B4-BE49-F238E27FC236}">
                <a16:creationId xmlns:a16="http://schemas.microsoft.com/office/drawing/2014/main" id="{AE46017D-0B1A-4AB9-919B-B69F23F9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688" y="4205288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34"/>
          </a:solidFill>
          <a:ln xmlns:a="http://schemas.openxmlformats.org/drawingml/2006/main" w="9525">
            <a:solidFill>
              <a:srgbClr val="E5B834"/>
            </a:solidFill>
            <a:prstDash val="solid"/>
          </a:ln>
        </p:spPr>
      </p:sp>
      <p:sp>
        <p:nvSpPr>
          <p:cNvPr id="25" name="sd-val-1-3">
            <a:extLst xmlns:a="http://schemas.openxmlformats.org/drawingml/2006/main">
              <a:ext uri="{FF2B5EF4-FFF2-40B4-BE49-F238E27FC236}">
                <a16:creationId xmlns:a16="http://schemas.microsoft.com/office/drawing/2014/main" id="{B45DDD82-2D7C-48CC-B731-DCF7985B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113" y="4586288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35</a:t>
            </a:r>
          </a:p>
        </p:txBody>
      </p:sp>
      <p:sp>
        <p:nvSpPr>
          <p:cNvPr id="26" name="sd-dot-1-4">
            <a:extLst xmlns:a="http://schemas.openxmlformats.org/drawingml/2006/main">
              <a:ext uri="{FF2B5EF4-FFF2-40B4-BE49-F238E27FC236}">
                <a16:creationId xmlns:a16="http://schemas.microsoft.com/office/drawing/2014/main" id="{2DD9D5BB-B871-414B-A9AA-A282CEEB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4205288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34"/>
          </a:solidFill>
          <a:ln xmlns:a="http://schemas.openxmlformats.org/drawingml/2006/main" w="9525">
            <a:solidFill>
              <a:srgbClr val="E5B834"/>
            </a:solidFill>
            <a:prstDash val="solid"/>
          </a:ln>
        </p:spPr>
      </p:sp>
      <p:sp>
        <p:nvSpPr>
          <p:cNvPr id="27" name="sd-val-1-4">
            <a:extLst xmlns:a="http://schemas.openxmlformats.org/drawingml/2006/main">
              <a:ext uri="{FF2B5EF4-FFF2-40B4-BE49-F238E27FC236}">
                <a16:creationId xmlns:a16="http://schemas.microsoft.com/office/drawing/2014/main" id="{EC36DF0D-5B02-4989-B9E8-00B90AAE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4586288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40</a:t>
            </a:r>
          </a:p>
        </p:txBody>
      </p:sp>
      <p:sp>
        <p:nvSpPr>
          <p:cNvPr id="28" name="sd-label-a">
            <a:extLst xmlns:a="http://schemas.openxmlformats.org/drawingml/2006/main">
              <a:ext uri="{FF2B5EF4-FFF2-40B4-BE49-F238E27FC236}">
                <a16:creationId xmlns:a16="http://schemas.microsoft.com/office/drawing/2014/main" id="{0841D9CF-290E-420E-BCF6-F158EBC8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2919413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lebih rapat</a:t>
            </a:r>
          </a:p>
        </p:txBody>
      </p:sp>
      <p:sp>
        <p:nvSpPr>
          <p:cNvPr id="29" name="sd-label-b">
            <a:extLst xmlns:a="http://schemas.openxmlformats.org/drawingml/2006/main">
              <a:ext uri="{FF2B5EF4-FFF2-40B4-BE49-F238E27FC236}">
                <a16:creationId xmlns:a16="http://schemas.microsoft.com/office/drawing/2014/main" id="{6E84B3C8-929B-4606-AAC5-871D8BF0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4167188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lebih tersebar</a:t>
            </a:r>
          </a:p>
        </p:txBody>
      </p:sp>
      <p:sp>
        <p:nvSpPr>
          <p:cNvPr id="30" name="sd-note">
            <a:extLst xmlns:a="http://schemas.openxmlformats.org/drawingml/2006/main">
              <a:ext uri="{FF2B5EF4-FFF2-40B4-BE49-F238E27FC236}">
                <a16:creationId xmlns:a16="http://schemas.microsoft.com/office/drawing/2014/main" id="{21B0FD53-A67B-4EC4-AA25-5CC22D1D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688" y="5281613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Keduanya bermean 30. Data B memiliki standard deviation lebih besar.</a:t>
            </a:r>
          </a:p>
        </p:txBody>
      </p:sp>
    </p:spTree>
    <p:extLst>
      <p:ext uri="{BB962C8B-B14F-4D97-AF65-F5344CB8AC3E}">
        <p14:creationId xmlns:p14="http://schemas.microsoft.com/office/powerpoint/2010/main" val="4274064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73E11C-C140-4EEC-AEBB-E7BF977A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Indexing dan slicing list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CF8AC4B-3166-4880-99A4-261FEF0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Indeks dimulai dari 0. Batas akhir pada slicing tidak ikut diambil.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9A61646-2CC5-42A0-BB33-5347CF29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name-cell-0">
            <a:extLst xmlns:a="http://schemas.openxmlformats.org/drawingml/2006/main">
              <a:ext uri="{FF2B5EF4-FFF2-40B4-BE49-F238E27FC236}">
                <a16:creationId xmlns:a16="http://schemas.microsoft.com/office/drawing/2014/main" id="{E7C6ABB2-9E9C-4F89-B9EF-A6D7BEB8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5113"/>
            <a:ext cx="2095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5" name="name-index-0">
            <a:extLst xmlns:a="http://schemas.openxmlformats.org/drawingml/2006/main">
              <a:ext uri="{FF2B5EF4-FFF2-40B4-BE49-F238E27FC236}">
                <a16:creationId xmlns:a16="http://schemas.microsoft.com/office/drawing/2014/main" id="{87F8911A-82F1-40F4-9B18-2C2AA1F0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67038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index 0   /   -4</a:t>
            </a:r>
          </a:p>
        </p:txBody>
      </p:sp>
      <p:sp>
        <p:nvSpPr>
          <p:cNvPr id="6" name="name-value-0">
            <a:extLst xmlns:a="http://schemas.openxmlformats.org/drawingml/2006/main">
              <a:ext uri="{FF2B5EF4-FFF2-40B4-BE49-F238E27FC236}">
                <a16:creationId xmlns:a16="http://schemas.microsoft.com/office/drawing/2014/main" id="{C9422D72-F3BE-43F9-86A6-FD50E0D4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8988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Rani</a:t>
            </a:r>
          </a:p>
        </p:txBody>
      </p:sp>
      <p:sp>
        <p:nvSpPr>
          <p:cNvPr id="7" name="name-cell-1">
            <a:extLst xmlns:a="http://schemas.openxmlformats.org/drawingml/2006/main">
              <a:ext uri="{FF2B5EF4-FFF2-40B4-BE49-F238E27FC236}">
                <a16:creationId xmlns:a16="http://schemas.microsoft.com/office/drawing/2014/main" id="{7489F141-BB3C-4E64-AF2B-5CDB2F4E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5113"/>
            <a:ext cx="2095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8" name="name-index-1">
            <a:extLst xmlns:a="http://schemas.openxmlformats.org/drawingml/2006/main">
              <a:ext uri="{FF2B5EF4-FFF2-40B4-BE49-F238E27FC236}">
                <a16:creationId xmlns:a16="http://schemas.microsoft.com/office/drawing/2014/main" id="{14F66792-FE29-4D9D-BD6F-28D085BE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67038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index 1   /   -3</a:t>
            </a:r>
          </a:p>
        </p:txBody>
      </p:sp>
      <p:sp>
        <p:nvSpPr>
          <p:cNvPr id="9" name="name-value-1">
            <a:extLst xmlns:a="http://schemas.openxmlformats.org/drawingml/2006/main">
              <a:ext uri="{FF2B5EF4-FFF2-40B4-BE49-F238E27FC236}">
                <a16:creationId xmlns:a16="http://schemas.microsoft.com/office/drawing/2014/main" id="{2A583B23-7A4C-4E59-8A34-4F054DDC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8988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Dimas</a:t>
            </a:r>
          </a:p>
        </p:txBody>
      </p:sp>
      <p:sp>
        <p:nvSpPr>
          <p:cNvPr id="10" name="name-cell-2">
            <a:extLst xmlns:a="http://schemas.openxmlformats.org/drawingml/2006/main">
              <a:ext uri="{FF2B5EF4-FFF2-40B4-BE49-F238E27FC236}">
                <a16:creationId xmlns:a16="http://schemas.microsoft.com/office/drawing/2014/main" id="{B78A6E88-6AFF-44C5-9D60-FAB6A703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5113"/>
            <a:ext cx="2095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1" name="name-index-2">
            <a:extLst xmlns:a="http://schemas.openxmlformats.org/drawingml/2006/main">
              <a:ext uri="{FF2B5EF4-FFF2-40B4-BE49-F238E27FC236}">
                <a16:creationId xmlns:a16="http://schemas.microsoft.com/office/drawing/2014/main" id="{182A52AF-C4AE-4E2A-AEA9-9C80BD6A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67038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index 2   /   -2</a:t>
            </a:r>
          </a:p>
        </p:txBody>
      </p:sp>
      <p:sp>
        <p:nvSpPr>
          <p:cNvPr id="12" name="name-value-2">
            <a:extLst xmlns:a="http://schemas.openxmlformats.org/drawingml/2006/main">
              <a:ext uri="{FF2B5EF4-FFF2-40B4-BE49-F238E27FC236}">
                <a16:creationId xmlns:a16="http://schemas.microsoft.com/office/drawing/2014/main" id="{96CAC02F-2F99-4F5B-876A-A30B554D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28988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Salsa</a:t>
            </a:r>
          </a:p>
        </p:txBody>
      </p:sp>
      <p:sp>
        <p:nvSpPr>
          <p:cNvPr id="13" name="name-cell-3">
            <a:extLst xmlns:a="http://schemas.openxmlformats.org/drawingml/2006/main">
              <a:ext uri="{FF2B5EF4-FFF2-40B4-BE49-F238E27FC236}">
                <a16:creationId xmlns:a16="http://schemas.microsoft.com/office/drawing/2014/main" id="{037112D8-5B69-40D2-8CA8-3BAF7F72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5113"/>
            <a:ext cx="2095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4" name="name-index-3">
            <a:extLst xmlns:a="http://schemas.openxmlformats.org/drawingml/2006/main">
              <a:ext uri="{FF2B5EF4-FFF2-40B4-BE49-F238E27FC236}">
                <a16:creationId xmlns:a16="http://schemas.microsoft.com/office/drawing/2014/main" id="{EF5B9D24-5ECE-42F4-9AA3-BE1057D8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67038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index 3   /   -1</a:t>
            </a:r>
          </a:p>
        </p:txBody>
      </p:sp>
      <p:sp>
        <p:nvSpPr>
          <p:cNvPr id="15" name="name-value-3">
            <a:extLst xmlns:a="http://schemas.openxmlformats.org/drawingml/2006/main">
              <a:ext uri="{FF2B5EF4-FFF2-40B4-BE49-F238E27FC236}">
                <a16:creationId xmlns:a16="http://schemas.microsoft.com/office/drawing/2014/main" id="{0EC18884-22DC-4ACF-A553-9E74D30C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28988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Bagas</a:t>
            </a:r>
          </a:p>
        </p:txBody>
      </p:sp>
      <p:sp>
        <p:nvSpPr>
          <p:cNvPr id="16" name="list-slice-bg">
            <a:extLst xmlns:a="http://schemas.openxmlformats.org/drawingml/2006/main">
              <a:ext uri="{FF2B5EF4-FFF2-40B4-BE49-F238E27FC236}">
                <a16:creationId xmlns:a16="http://schemas.microsoft.com/office/drawing/2014/main" id="{63BDA4D9-840E-4C34-A7D9-9646D06E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71988"/>
            <a:ext cx="771525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17" name="list-slice-text">
            <a:extLst xmlns:a="http://schemas.openxmlformats.org/drawingml/2006/main">
              <a:ext uri="{FF2B5EF4-FFF2-40B4-BE49-F238E27FC236}">
                <a16:creationId xmlns:a16="http://schemas.microsoft.com/office/drawing/2014/main" id="{7086146B-4B19-435A-A43E-49456CF8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81538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nama[0]     # Rani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nama[-1]    # Bagas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nama[:2]    # ["Rani", "Dimas"]</a:t>
            </a:r>
          </a:p>
        </p:txBody>
      </p:sp>
    </p:spTree>
    <p:extLst>
      <p:ext uri="{BB962C8B-B14F-4D97-AF65-F5344CB8AC3E}">
        <p14:creationId xmlns:p14="http://schemas.microsoft.com/office/powerpoint/2010/main" val="5444369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5A0331-A242-4882-A6EC-3658BDE9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Perubahan isi list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B26CC4-5C33-41B7-BC0B-964695A3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Method menambah atau menghapus item dan dapat menggeser posisi item berikutnya.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978E726-35D9-4090-A0C2-C05E481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list-methods-head-bg">
            <a:extLst xmlns:a="http://schemas.openxmlformats.org/drawingml/2006/main">
              <a:ext uri="{FF2B5EF4-FFF2-40B4-BE49-F238E27FC236}">
                <a16:creationId xmlns:a16="http://schemas.microsoft.com/office/drawing/2014/main" id="{46F7DDAF-1AC4-4C49-ACA3-7C4838DF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6013"/>
            <a:ext cx="102870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list-methods-r0-c0">
            <a:extLst xmlns:a="http://schemas.openxmlformats.org/drawingml/2006/main">
              <a:ext uri="{FF2B5EF4-FFF2-40B4-BE49-F238E27FC236}">
                <a16:creationId xmlns:a16="http://schemas.microsoft.com/office/drawing/2014/main" id="{320FFCC4-5323-4E22-803A-0D2D824B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90788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Operasi</a:t>
            </a:r>
          </a:p>
        </p:txBody>
      </p:sp>
      <p:sp>
        <p:nvSpPr>
          <p:cNvPr id="6" name="list-methods-r0-c1">
            <a:extLst xmlns:a="http://schemas.openxmlformats.org/drawingml/2006/main">
              <a:ext uri="{FF2B5EF4-FFF2-40B4-BE49-F238E27FC236}">
                <a16:creationId xmlns:a16="http://schemas.microsoft.com/office/drawing/2014/main" id="{4C07B8C3-C8A0-4C6E-BBE9-EBE60787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90788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Pengaruh</a:t>
            </a:r>
          </a:p>
        </p:txBody>
      </p:sp>
      <p:sp>
        <p:nvSpPr>
          <p:cNvPr id="7" name="list-methods-v0-1">
            <a:extLst xmlns:a="http://schemas.openxmlformats.org/drawingml/2006/main">
              <a:ext uri="{FF2B5EF4-FFF2-40B4-BE49-F238E27FC236}">
                <a16:creationId xmlns:a16="http://schemas.microsoft.com/office/drawing/2014/main" id="{8DA0FFB8-84A4-4826-9C13-2FE8B481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list-methods-r0-c2">
            <a:extLst xmlns:a="http://schemas.openxmlformats.org/drawingml/2006/main">
              <a:ext uri="{FF2B5EF4-FFF2-40B4-BE49-F238E27FC236}">
                <a16:creationId xmlns:a16="http://schemas.microsoft.com/office/drawing/2014/main" id="{502E5B5F-5148-4D9A-BEDE-436F0FEC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90788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Contoh</a:t>
            </a:r>
          </a:p>
        </p:txBody>
      </p:sp>
      <p:sp>
        <p:nvSpPr>
          <p:cNvPr id="9" name="list-methods-v0-2">
            <a:extLst xmlns:a="http://schemas.openxmlformats.org/drawingml/2006/main">
              <a:ext uri="{FF2B5EF4-FFF2-40B4-BE49-F238E27FC236}">
                <a16:creationId xmlns:a16="http://schemas.microsoft.com/office/drawing/2014/main" id="{55E2FFA9-11DD-4C51-8061-53B86D9E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list-methods-r1-c0">
            <a:extLst xmlns:a="http://schemas.openxmlformats.org/drawingml/2006/main">
              <a:ext uri="{FF2B5EF4-FFF2-40B4-BE49-F238E27FC236}">
                <a16:creationId xmlns:a16="http://schemas.microsoft.com/office/drawing/2014/main" id="{4481D0FE-9100-42C4-A97C-AE39A90C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43238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append(item)</a:t>
            </a:r>
          </a:p>
        </p:txBody>
      </p:sp>
      <p:sp>
        <p:nvSpPr>
          <p:cNvPr id="11" name="list-methods-r1-c1">
            <a:extLst xmlns:a="http://schemas.openxmlformats.org/drawingml/2006/main">
              <a:ext uri="{FF2B5EF4-FFF2-40B4-BE49-F238E27FC236}">
                <a16:creationId xmlns:a16="http://schemas.microsoft.com/office/drawing/2014/main" id="{F4A42B65-5488-4F5F-AA5C-7039C469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043238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Tambah ke akhir</a:t>
            </a:r>
          </a:p>
        </p:txBody>
      </p:sp>
      <p:sp>
        <p:nvSpPr>
          <p:cNvPr id="12" name="list-methods-v1-1">
            <a:extLst xmlns:a="http://schemas.openxmlformats.org/drawingml/2006/main">
              <a:ext uri="{FF2B5EF4-FFF2-40B4-BE49-F238E27FC236}">
                <a16:creationId xmlns:a16="http://schemas.microsoft.com/office/drawing/2014/main" id="{8509BC6E-77F4-4184-A016-AC24F6B4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list-methods-r1-c2">
            <a:extLst xmlns:a="http://schemas.openxmlformats.org/drawingml/2006/main">
              <a:ext uri="{FF2B5EF4-FFF2-40B4-BE49-F238E27FC236}">
                <a16:creationId xmlns:a16="http://schemas.microsoft.com/office/drawing/2014/main" id="{8A31A37F-D66E-49F7-B77F-5C9365AA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43238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antrean.append("Tono")</a:t>
            </a:r>
          </a:p>
        </p:txBody>
      </p:sp>
      <p:sp>
        <p:nvSpPr>
          <p:cNvPr id="14" name="list-methods-v1-2">
            <a:extLst xmlns:a="http://schemas.openxmlformats.org/drawingml/2006/main">
              <a:ext uri="{FF2B5EF4-FFF2-40B4-BE49-F238E27FC236}">
                <a16:creationId xmlns:a16="http://schemas.microsoft.com/office/drawing/2014/main" id="{89363510-2D32-4236-B1FF-CBFD1AB5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list-methods-h1">
            <a:extLst xmlns:a="http://schemas.openxmlformats.org/drawingml/2006/main">
              <a:ext uri="{FF2B5EF4-FFF2-40B4-BE49-F238E27FC236}">
                <a16:creationId xmlns:a16="http://schemas.microsoft.com/office/drawing/2014/main" id="{8A620616-763B-48AE-8C2D-A54E2895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list-methods-band-2">
            <a:extLst xmlns:a="http://schemas.openxmlformats.org/drawingml/2006/main">
              <a:ext uri="{FF2B5EF4-FFF2-40B4-BE49-F238E27FC236}">
                <a16:creationId xmlns:a16="http://schemas.microsoft.com/office/drawing/2014/main" id="{DFF59551-D1FB-4E35-B2AF-017416DB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0913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ist-methods-r2-c0">
            <a:extLst xmlns:a="http://schemas.openxmlformats.org/drawingml/2006/main">
              <a:ext uri="{FF2B5EF4-FFF2-40B4-BE49-F238E27FC236}">
                <a16:creationId xmlns:a16="http://schemas.microsoft.com/office/drawing/2014/main" id="{FB4BAD14-8137-430A-9D6F-375943B6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95688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remove(item)</a:t>
            </a:r>
          </a:p>
        </p:txBody>
      </p:sp>
      <p:sp>
        <p:nvSpPr>
          <p:cNvPr id="18" name="list-methods-r2-c1">
            <a:extLst xmlns:a="http://schemas.openxmlformats.org/drawingml/2006/main">
              <a:ext uri="{FF2B5EF4-FFF2-40B4-BE49-F238E27FC236}">
                <a16:creationId xmlns:a16="http://schemas.microsoft.com/office/drawing/2014/main" id="{EF8C83EA-CFEB-4E93-B11E-A9415AFB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95688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Hapus kemunculan pertama</a:t>
            </a:r>
          </a:p>
        </p:txBody>
      </p:sp>
      <p:sp>
        <p:nvSpPr>
          <p:cNvPr id="19" name="list-methods-v2-1">
            <a:extLst xmlns:a="http://schemas.openxmlformats.org/drawingml/2006/main">
              <a:ext uri="{FF2B5EF4-FFF2-40B4-BE49-F238E27FC236}">
                <a16:creationId xmlns:a16="http://schemas.microsoft.com/office/drawing/2014/main" id="{B4ABDD7F-A7F3-4806-9950-16F43A41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list-methods-r2-c2">
            <a:extLst xmlns:a="http://schemas.openxmlformats.org/drawingml/2006/main">
              <a:ext uri="{FF2B5EF4-FFF2-40B4-BE49-F238E27FC236}">
                <a16:creationId xmlns:a16="http://schemas.microsoft.com/office/drawing/2014/main" id="{18AFD58A-5176-412F-A2DA-E964E0EB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95688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antrean.remove("Salsa")</a:t>
            </a:r>
          </a:p>
        </p:txBody>
      </p:sp>
      <p:sp>
        <p:nvSpPr>
          <p:cNvPr id="21" name="list-methods-v2-2">
            <a:extLst xmlns:a="http://schemas.openxmlformats.org/drawingml/2006/main">
              <a:ext uri="{FF2B5EF4-FFF2-40B4-BE49-F238E27FC236}">
                <a16:creationId xmlns:a16="http://schemas.microsoft.com/office/drawing/2014/main" id="{27A637E0-C067-4456-B1FC-E9DD62C2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list-methods-h2">
            <a:extLst xmlns:a="http://schemas.openxmlformats.org/drawingml/2006/main">
              <a:ext uri="{FF2B5EF4-FFF2-40B4-BE49-F238E27FC236}">
                <a16:creationId xmlns:a16="http://schemas.microsoft.com/office/drawing/2014/main" id="{A572F85A-45FA-4076-9170-751F8701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list-methods-r3-c0">
            <a:extLst xmlns:a="http://schemas.openxmlformats.org/drawingml/2006/main">
              <a:ext uri="{FF2B5EF4-FFF2-40B4-BE49-F238E27FC236}">
                <a16:creationId xmlns:a16="http://schemas.microsoft.com/office/drawing/2014/main" id="{507274B0-4D5F-44A6-A775-D37C1039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48138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pop(indeks)</a:t>
            </a:r>
          </a:p>
        </p:txBody>
      </p:sp>
      <p:sp>
        <p:nvSpPr>
          <p:cNvPr id="24" name="list-methods-r3-c1">
            <a:extLst xmlns:a="http://schemas.openxmlformats.org/drawingml/2006/main">
              <a:ext uri="{FF2B5EF4-FFF2-40B4-BE49-F238E27FC236}">
                <a16:creationId xmlns:a16="http://schemas.microsoft.com/office/drawing/2014/main" id="{0DE2E152-3F0F-4B4F-A24B-AA83E3F0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148138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Hapus dan ambil item pada indeks</a:t>
            </a:r>
          </a:p>
        </p:txBody>
      </p:sp>
      <p:sp>
        <p:nvSpPr>
          <p:cNvPr id="25" name="list-methods-v3-1">
            <a:extLst xmlns:a="http://schemas.openxmlformats.org/drawingml/2006/main">
              <a:ext uri="{FF2B5EF4-FFF2-40B4-BE49-F238E27FC236}">
                <a16:creationId xmlns:a16="http://schemas.microsoft.com/office/drawing/2014/main" id="{C76ECBFB-D532-4689-93BE-4AC36349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list-methods-r3-c2">
            <a:extLst xmlns:a="http://schemas.openxmlformats.org/drawingml/2006/main">
              <a:ext uri="{FF2B5EF4-FFF2-40B4-BE49-F238E27FC236}">
                <a16:creationId xmlns:a16="http://schemas.microsoft.com/office/drawing/2014/main" id="{97B51C23-7EC6-4004-A524-2CF67053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148138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dilayani = antrean.pop(0)</a:t>
            </a:r>
          </a:p>
        </p:txBody>
      </p:sp>
      <p:sp>
        <p:nvSpPr>
          <p:cNvPr id="27" name="list-methods-v3-2">
            <a:extLst xmlns:a="http://schemas.openxmlformats.org/drawingml/2006/main">
              <a:ext uri="{FF2B5EF4-FFF2-40B4-BE49-F238E27FC236}">
                <a16:creationId xmlns:a16="http://schemas.microsoft.com/office/drawing/2014/main" id="{9D1EDB6D-A3BE-4E82-93D8-71BF26BE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list-methods-h3">
            <a:extLst xmlns:a="http://schemas.openxmlformats.org/drawingml/2006/main">
              <a:ext uri="{FF2B5EF4-FFF2-40B4-BE49-F238E27FC236}">
                <a16:creationId xmlns:a16="http://schemas.microsoft.com/office/drawing/2014/main" id="{7CB2885F-5C73-458B-9B27-E6872120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list-methods-band-4">
            <a:extLst xmlns:a="http://schemas.openxmlformats.org/drawingml/2006/main">
              <a:ext uri="{FF2B5EF4-FFF2-40B4-BE49-F238E27FC236}">
                <a16:creationId xmlns:a16="http://schemas.microsoft.com/office/drawing/2014/main" id="{C2F39CD2-0A2B-4085-A242-15FAC974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5813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ist-methods-r4-c0">
            <a:extLst xmlns:a="http://schemas.openxmlformats.org/drawingml/2006/main">
              <a:ext uri="{FF2B5EF4-FFF2-40B4-BE49-F238E27FC236}">
                <a16:creationId xmlns:a16="http://schemas.microsoft.com/office/drawing/2014/main" id="{79658CA6-3496-4B5D-ADEA-F9C6D04B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00588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pop()</a:t>
            </a:r>
          </a:p>
        </p:txBody>
      </p:sp>
      <p:sp>
        <p:nvSpPr>
          <p:cNvPr id="31" name="list-methods-r4-c1">
            <a:extLst xmlns:a="http://schemas.openxmlformats.org/drawingml/2006/main">
              <a:ext uri="{FF2B5EF4-FFF2-40B4-BE49-F238E27FC236}">
                <a16:creationId xmlns:a16="http://schemas.microsoft.com/office/drawing/2014/main" id="{7297D8F1-E4CF-4476-A0DE-04AFE359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700588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Hapus dan ambil item terakhir</a:t>
            </a:r>
          </a:p>
        </p:txBody>
      </p:sp>
      <p:sp>
        <p:nvSpPr>
          <p:cNvPr id="32" name="list-methods-v4-1">
            <a:extLst xmlns:a="http://schemas.openxmlformats.org/drawingml/2006/main">
              <a:ext uri="{FF2B5EF4-FFF2-40B4-BE49-F238E27FC236}">
                <a16:creationId xmlns:a16="http://schemas.microsoft.com/office/drawing/2014/main" id="{278EE5B7-21EA-44EB-A105-B96833DB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list-methods-r4-c2">
            <a:extLst xmlns:a="http://schemas.openxmlformats.org/drawingml/2006/main">
              <a:ext uri="{FF2B5EF4-FFF2-40B4-BE49-F238E27FC236}">
                <a16:creationId xmlns:a16="http://schemas.microsoft.com/office/drawing/2014/main" id="{F5FFEDCA-2725-4CBF-905F-FC1916EC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700588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item = antrean.pop()</a:t>
            </a:r>
          </a:p>
        </p:txBody>
      </p:sp>
      <p:sp>
        <p:nvSpPr>
          <p:cNvPr id="34" name="list-methods-v4-2">
            <a:extLst xmlns:a="http://schemas.openxmlformats.org/drawingml/2006/main">
              <a:ext uri="{FF2B5EF4-FFF2-40B4-BE49-F238E27FC236}">
                <a16:creationId xmlns:a16="http://schemas.microsoft.com/office/drawing/2014/main" id="{91DB7866-C3F5-4B5A-9853-A625116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list-methods-h4">
            <a:extLst xmlns:a="http://schemas.openxmlformats.org/drawingml/2006/main">
              <a:ext uri="{FF2B5EF4-FFF2-40B4-BE49-F238E27FC236}">
                <a16:creationId xmlns:a16="http://schemas.microsoft.com/office/drawing/2014/main" id="{E522623A-9A02-46B9-96EA-0A3C5EB8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list-methods-r5-c0">
            <a:extLst xmlns:a="http://schemas.openxmlformats.org/drawingml/2006/main">
              <a:ext uri="{FF2B5EF4-FFF2-40B4-BE49-F238E27FC236}">
                <a16:creationId xmlns:a16="http://schemas.microsoft.com/office/drawing/2014/main" id="{D7449B29-F692-4C3C-ACD2-E81DE1E4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253038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copy()</a:t>
            </a:r>
          </a:p>
        </p:txBody>
      </p:sp>
      <p:sp>
        <p:nvSpPr>
          <p:cNvPr id="37" name="list-methods-r5-c1">
            <a:extLst xmlns:a="http://schemas.openxmlformats.org/drawingml/2006/main">
              <a:ext uri="{FF2B5EF4-FFF2-40B4-BE49-F238E27FC236}">
                <a16:creationId xmlns:a16="http://schemas.microsoft.com/office/drawing/2014/main" id="{28D3F234-0B9C-4907-8A22-2C135E5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253038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Salin list luar</a:t>
            </a:r>
          </a:p>
        </p:txBody>
      </p:sp>
      <p:sp>
        <p:nvSpPr>
          <p:cNvPr id="38" name="list-methods-v5-1">
            <a:extLst xmlns:a="http://schemas.openxmlformats.org/drawingml/2006/main">
              <a:ext uri="{FF2B5EF4-FFF2-40B4-BE49-F238E27FC236}">
                <a16:creationId xmlns:a16="http://schemas.microsoft.com/office/drawing/2014/main" id="{824F0483-BC50-42A6-88E5-8AC8BE31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95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9" name="list-methods-r5-c2">
            <a:extLst xmlns:a="http://schemas.openxmlformats.org/drawingml/2006/main">
              <a:ext uri="{FF2B5EF4-FFF2-40B4-BE49-F238E27FC236}">
                <a16:creationId xmlns:a16="http://schemas.microsoft.com/office/drawing/2014/main" id="{6559BB27-F6CA-4EF0-85C7-DD1271B4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53038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ringkasan = antrean.copy()</a:t>
            </a:r>
          </a:p>
        </p:txBody>
      </p:sp>
      <p:sp>
        <p:nvSpPr>
          <p:cNvPr id="40" name="list-methods-v5-2">
            <a:extLst xmlns:a="http://schemas.openxmlformats.org/drawingml/2006/main">
              <a:ext uri="{FF2B5EF4-FFF2-40B4-BE49-F238E27FC236}">
                <a16:creationId xmlns:a16="http://schemas.microsoft.com/office/drawing/2014/main" id="{AE1C73FE-7A29-422D-BC02-3E7F6321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list-methods-h5">
            <a:extLst xmlns:a="http://schemas.openxmlformats.org/drawingml/2006/main">
              <a:ext uri="{FF2B5EF4-FFF2-40B4-BE49-F238E27FC236}">
                <a16:creationId xmlns:a16="http://schemas.microsoft.com/office/drawing/2014/main" id="{505E100B-C35C-4FC0-B5AC-A779646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2" name="list-shift-note">
            <a:extLst xmlns:a="http://schemas.openxmlformats.org/drawingml/2006/main">
              <a:ext uri="{FF2B5EF4-FFF2-40B4-BE49-F238E27FC236}">
                <a16:creationId xmlns:a16="http://schemas.microsoft.com/office/drawing/2014/main" id="{B5249DE8-963D-48E2-8014-2B0F013E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872163"/>
            <a:ext cx="952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Setelah penghapusan, indeks item di belakangnya berubah.</a:t>
            </a:r>
          </a:p>
        </p:txBody>
      </p:sp>
    </p:spTree>
    <p:extLst>
      <p:ext uri="{BB962C8B-B14F-4D97-AF65-F5344CB8AC3E}">
        <p14:creationId xmlns:p14="http://schemas.microsoft.com/office/powerpoint/2010/main" val="15714428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AC3767-7CB4-4AFF-82F2-8E80939B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Nested list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0657B9B-CF60-42F3-9D34-28A3BD93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List di dalam list dapat menyimpan tabel dengan susunan baris dan kolom.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2493151-2F64-455A-874E-06584EC2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nested-grid-head-bg">
            <a:extLst xmlns:a="http://schemas.openxmlformats.org/drawingml/2006/main">
              <a:ext uri="{FF2B5EF4-FFF2-40B4-BE49-F238E27FC236}">
                <a16:creationId xmlns:a16="http://schemas.microsoft.com/office/drawing/2014/main" id="{AC8361EA-F218-438F-ABA6-6DC8C8C0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38413"/>
            <a:ext cx="6810375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nested-grid-r0-c0">
            <a:extLst xmlns:a="http://schemas.openxmlformats.org/drawingml/2006/main">
              <a:ext uri="{FF2B5EF4-FFF2-40B4-BE49-F238E27FC236}">
                <a16:creationId xmlns:a16="http://schemas.microsoft.com/office/drawing/2014/main" id="{FDEF9C29-344F-4E6D-AA53-7DC6A6EF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2643188"/>
            <a:ext cx="866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nested-grid-r0-c1">
            <a:extLst xmlns:a="http://schemas.openxmlformats.org/drawingml/2006/main">
              <a:ext uri="{FF2B5EF4-FFF2-40B4-BE49-F238E27FC236}">
                <a16:creationId xmlns:a16="http://schemas.microsoft.com/office/drawing/2014/main" id="{420757CD-CC17-4B94-88E9-FC47D317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3" y="2643188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Ujian 1</a:t>
            </a:r>
          </a:p>
        </p:txBody>
      </p:sp>
      <p:sp>
        <p:nvSpPr>
          <p:cNvPr id="7" name="nested-grid-v0-1">
            <a:extLst xmlns:a="http://schemas.openxmlformats.org/drawingml/2006/main">
              <a:ext uri="{FF2B5EF4-FFF2-40B4-BE49-F238E27FC236}">
                <a16:creationId xmlns:a16="http://schemas.microsoft.com/office/drawing/2014/main" id="{55E075A3-5E15-495C-9CB7-962FBA01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5272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nested-grid-r0-c2">
            <a:extLst xmlns:a="http://schemas.openxmlformats.org/drawingml/2006/main">
              <a:ext uri="{FF2B5EF4-FFF2-40B4-BE49-F238E27FC236}">
                <a16:creationId xmlns:a16="http://schemas.microsoft.com/office/drawing/2014/main" id="{87040704-D956-47D5-89D3-5D63579C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2643188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Ujian 2</a:t>
            </a:r>
          </a:p>
        </p:txBody>
      </p:sp>
      <p:sp>
        <p:nvSpPr>
          <p:cNvPr id="9" name="nested-grid-v0-2">
            <a:extLst xmlns:a="http://schemas.openxmlformats.org/drawingml/2006/main">
              <a:ext uri="{FF2B5EF4-FFF2-40B4-BE49-F238E27FC236}">
                <a16:creationId xmlns:a16="http://schemas.microsoft.com/office/drawing/2014/main" id="{99F3E819-371F-4A67-8E12-CDE00913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5272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nested-grid-r0-c3">
            <a:extLst xmlns:a="http://schemas.openxmlformats.org/drawingml/2006/main">
              <a:ext uri="{FF2B5EF4-FFF2-40B4-BE49-F238E27FC236}">
                <a16:creationId xmlns:a16="http://schemas.microsoft.com/office/drawing/2014/main" id="{85D984CA-5D5A-4234-834C-FB064F32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2643188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Ujian 3</a:t>
            </a:r>
          </a:p>
        </p:txBody>
      </p:sp>
      <p:sp>
        <p:nvSpPr>
          <p:cNvPr id="11" name="nested-grid-v0-3">
            <a:extLst xmlns:a="http://schemas.openxmlformats.org/drawingml/2006/main">
              <a:ext uri="{FF2B5EF4-FFF2-40B4-BE49-F238E27FC236}">
                <a16:creationId xmlns:a16="http://schemas.microsoft.com/office/drawing/2014/main" id="{670FFD31-43EF-496A-8E3D-C7F9C15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5272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2" name="nested-grid-r1-c0">
            <a:extLst xmlns:a="http://schemas.openxmlformats.org/drawingml/2006/main">
              <a:ext uri="{FF2B5EF4-FFF2-40B4-BE49-F238E27FC236}">
                <a16:creationId xmlns:a16="http://schemas.microsoft.com/office/drawing/2014/main" id="{A0CEC664-61E5-441F-93EB-0A8BE10C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3262313"/>
            <a:ext cx="866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Rani</a:t>
            </a:r>
          </a:p>
        </p:txBody>
      </p:sp>
      <p:sp>
        <p:nvSpPr>
          <p:cNvPr id="13" name="nested-grid-r1-c1">
            <a:extLst xmlns:a="http://schemas.openxmlformats.org/drawingml/2006/main">
              <a:ext uri="{FF2B5EF4-FFF2-40B4-BE49-F238E27FC236}">
                <a16:creationId xmlns:a16="http://schemas.microsoft.com/office/drawing/2014/main" id="{50AAB1B8-75DA-487C-AE0F-39D9085F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3" y="3262313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78</a:t>
            </a:r>
          </a:p>
        </p:txBody>
      </p:sp>
      <p:sp>
        <p:nvSpPr>
          <p:cNvPr id="14" name="nested-grid-v1-1">
            <a:extLst xmlns:a="http://schemas.openxmlformats.org/drawingml/2006/main">
              <a:ext uri="{FF2B5EF4-FFF2-40B4-BE49-F238E27FC236}">
                <a16:creationId xmlns:a16="http://schemas.microsoft.com/office/drawing/2014/main" id="{8411ED09-04A5-428F-AA34-63BB0F1F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7185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nested-grid-r1-c2">
            <a:extLst xmlns:a="http://schemas.openxmlformats.org/drawingml/2006/main">
              <a:ext uri="{FF2B5EF4-FFF2-40B4-BE49-F238E27FC236}">
                <a16:creationId xmlns:a16="http://schemas.microsoft.com/office/drawing/2014/main" id="{303EFA06-CC66-42EF-90D6-29A2ECDE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3262313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84</a:t>
            </a:r>
          </a:p>
        </p:txBody>
      </p:sp>
      <p:sp>
        <p:nvSpPr>
          <p:cNvPr id="16" name="nested-grid-v1-2">
            <a:extLst xmlns:a="http://schemas.openxmlformats.org/drawingml/2006/main">
              <a:ext uri="{FF2B5EF4-FFF2-40B4-BE49-F238E27FC236}">
                <a16:creationId xmlns:a16="http://schemas.microsoft.com/office/drawing/2014/main" id="{7DE18D42-7435-408B-BD66-2C6C2BE5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7185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nested-grid-r1-c3">
            <a:extLst xmlns:a="http://schemas.openxmlformats.org/drawingml/2006/main">
              <a:ext uri="{FF2B5EF4-FFF2-40B4-BE49-F238E27FC236}">
                <a16:creationId xmlns:a16="http://schemas.microsoft.com/office/drawing/2014/main" id="{75D7D431-B9F4-451D-B59F-B0FD722C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3262313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88</a:t>
            </a:r>
          </a:p>
        </p:txBody>
      </p:sp>
      <p:sp>
        <p:nvSpPr>
          <p:cNvPr id="18" name="nested-grid-v1-3">
            <a:extLst xmlns:a="http://schemas.openxmlformats.org/drawingml/2006/main">
              <a:ext uri="{FF2B5EF4-FFF2-40B4-BE49-F238E27FC236}">
                <a16:creationId xmlns:a16="http://schemas.microsoft.com/office/drawing/2014/main" id="{F33260C3-2F01-48E8-8B92-274B744A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7185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nested-grid-h1">
            <a:extLst xmlns:a="http://schemas.openxmlformats.org/drawingml/2006/main">
              <a:ext uri="{FF2B5EF4-FFF2-40B4-BE49-F238E27FC236}">
                <a16:creationId xmlns:a16="http://schemas.microsoft.com/office/drawing/2014/main" id="{918DACF0-C9E3-403D-A9C8-C18C6F15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nested-grid-band-2">
            <a:extLst xmlns:a="http://schemas.openxmlformats.org/drawingml/2006/main">
              <a:ext uri="{FF2B5EF4-FFF2-40B4-BE49-F238E27FC236}">
                <a16:creationId xmlns:a16="http://schemas.microsoft.com/office/drawing/2014/main" id="{6F4F4C04-3160-46A7-AC8E-54695378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776663"/>
            <a:ext cx="6810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sted-grid-r2-c0">
            <a:extLst xmlns:a="http://schemas.openxmlformats.org/drawingml/2006/main">
              <a:ext uri="{FF2B5EF4-FFF2-40B4-BE49-F238E27FC236}">
                <a16:creationId xmlns:a16="http://schemas.microsoft.com/office/drawing/2014/main" id="{66142999-3CFC-45F8-AA51-686FED78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3881438"/>
            <a:ext cx="866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Dimas</a:t>
            </a:r>
          </a:p>
        </p:txBody>
      </p:sp>
      <p:sp>
        <p:nvSpPr>
          <p:cNvPr id="22" name="nested-grid-r2-c1">
            <a:extLst xmlns:a="http://schemas.openxmlformats.org/drawingml/2006/main">
              <a:ext uri="{FF2B5EF4-FFF2-40B4-BE49-F238E27FC236}">
                <a16:creationId xmlns:a16="http://schemas.microsoft.com/office/drawing/2014/main" id="{E11469B4-FA48-4911-A9A0-AC886EE8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3" y="3881438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90</a:t>
            </a:r>
          </a:p>
        </p:txBody>
      </p:sp>
      <p:sp>
        <p:nvSpPr>
          <p:cNvPr id="23" name="nested-grid-v2-1">
            <a:extLst xmlns:a="http://schemas.openxmlformats.org/drawingml/2006/main">
              <a:ext uri="{FF2B5EF4-FFF2-40B4-BE49-F238E27FC236}">
                <a16:creationId xmlns:a16="http://schemas.microsoft.com/office/drawing/2014/main" id="{9037CDDC-3A1D-4409-A296-9044D501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9097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nested-grid-r2-c2">
            <a:extLst xmlns:a="http://schemas.openxmlformats.org/drawingml/2006/main">
              <a:ext uri="{FF2B5EF4-FFF2-40B4-BE49-F238E27FC236}">
                <a16:creationId xmlns:a16="http://schemas.microsoft.com/office/drawing/2014/main" id="{1D8C29BF-6477-4EE2-A1CA-2963414F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3881438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76</a:t>
            </a:r>
          </a:p>
        </p:txBody>
      </p:sp>
      <p:sp>
        <p:nvSpPr>
          <p:cNvPr id="25" name="nested-grid-v2-2">
            <a:extLst xmlns:a="http://schemas.openxmlformats.org/drawingml/2006/main">
              <a:ext uri="{FF2B5EF4-FFF2-40B4-BE49-F238E27FC236}">
                <a16:creationId xmlns:a16="http://schemas.microsoft.com/office/drawing/2014/main" id="{A749AD17-76C4-45C9-8D42-F1021A2D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9097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nested-grid-r2-c3">
            <a:extLst xmlns:a="http://schemas.openxmlformats.org/drawingml/2006/main">
              <a:ext uri="{FF2B5EF4-FFF2-40B4-BE49-F238E27FC236}">
                <a16:creationId xmlns:a16="http://schemas.microsoft.com/office/drawing/2014/main" id="{4E7C4EB4-33DE-466A-A137-1D98ACD8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3881438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82</a:t>
            </a:r>
          </a:p>
        </p:txBody>
      </p:sp>
      <p:sp>
        <p:nvSpPr>
          <p:cNvPr id="27" name="nested-grid-v2-3">
            <a:extLst xmlns:a="http://schemas.openxmlformats.org/drawingml/2006/main">
              <a:ext uri="{FF2B5EF4-FFF2-40B4-BE49-F238E27FC236}">
                <a16:creationId xmlns:a16="http://schemas.microsoft.com/office/drawing/2014/main" id="{390ED7A9-5E27-419B-99DA-06A9F374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9097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nested-grid-h2">
            <a:extLst xmlns:a="http://schemas.openxmlformats.org/drawingml/2006/main">
              <a:ext uri="{FF2B5EF4-FFF2-40B4-BE49-F238E27FC236}">
                <a16:creationId xmlns:a16="http://schemas.microsoft.com/office/drawing/2014/main" id="{707287DE-928C-45A5-8D9D-A497F0E5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nested-grid-r3-c0">
            <a:extLst xmlns:a="http://schemas.openxmlformats.org/drawingml/2006/main">
              <a:ext uri="{FF2B5EF4-FFF2-40B4-BE49-F238E27FC236}">
                <a16:creationId xmlns:a16="http://schemas.microsoft.com/office/drawing/2014/main" id="{C12B5824-A4D9-41CB-867B-7BAA11B6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4500563"/>
            <a:ext cx="866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Salsa</a:t>
            </a:r>
          </a:p>
        </p:txBody>
      </p:sp>
      <p:sp>
        <p:nvSpPr>
          <p:cNvPr id="30" name="nested-grid-r3-c1">
            <a:extLst xmlns:a="http://schemas.openxmlformats.org/drawingml/2006/main">
              <a:ext uri="{FF2B5EF4-FFF2-40B4-BE49-F238E27FC236}">
                <a16:creationId xmlns:a16="http://schemas.microsoft.com/office/drawing/2014/main" id="{B59E24B3-53FE-4748-9CAB-390F0C78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3" y="4500563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85</a:t>
            </a:r>
          </a:p>
        </p:txBody>
      </p:sp>
      <p:sp>
        <p:nvSpPr>
          <p:cNvPr id="31" name="nested-grid-v3-1">
            <a:extLst xmlns:a="http://schemas.openxmlformats.org/drawingml/2006/main">
              <a:ext uri="{FF2B5EF4-FFF2-40B4-BE49-F238E27FC236}">
                <a16:creationId xmlns:a16="http://schemas.microsoft.com/office/drawing/2014/main" id="{8A6D7943-E66D-496F-A395-BBF8D2AB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1010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nested-grid-r3-c2">
            <a:extLst xmlns:a="http://schemas.openxmlformats.org/drawingml/2006/main">
              <a:ext uri="{FF2B5EF4-FFF2-40B4-BE49-F238E27FC236}">
                <a16:creationId xmlns:a16="http://schemas.microsoft.com/office/drawing/2014/main" id="{496066A7-8A3D-4AC8-B369-71214D94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500563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89</a:t>
            </a:r>
          </a:p>
        </p:txBody>
      </p:sp>
      <p:sp>
        <p:nvSpPr>
          <p:cNvPr id="33" name="nested-grid-v3-2">
            <a:extLst xmlns:a="http://schemas.openxmlformats.org/drawingml/2006/main">
              <a:ext uri="{FF2B5EF4-FFF2-40B4-BE49-F238E27FC236}">
                <a16:creationId xmlns:a16="http://schemas.microsoft.com/office/drawing/2014/main" id="{0D2D583A-EFC2-40ED-A720-984E39E1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010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nested-grid-r3-c3">
            <a:extLst xmlns:a="http://schemas.openxmlformats.org/drawingml/2006/main">
              <a:ext uri="{FF2B5EF4-FFF2-40B4-BE49-F238E27FC236}">
                <a16:creationId xmlns:a16="http://schemas.microsoft.com/office/drawing/2014/main" id="{8874C2A5-1023-48DD-8524-BFC482E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13" y="4500563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91</a:t>
            </a:r>
          </a:p>
        </p:txBody>
      </p:sp>
      <p:sp>
        <p:nvSpPr>
          <p:cNvPr id="35" name="nested-grid-v3-3">
            <a:extLst xmlns:a="http://schemas.openxmlformats.org/drawingml/2006/main">
              <a:ext uri="{FF2B5EF4-FFF2-40B4-BE49-F238E27FC236}">
                <a16:creationId xmlns:a16="http://schemas.microsoft.com/office/drawing/2014/main" id="{10B7AD39-4504-45CD-B423-983524F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1010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nested-grid-h3">
            <a:extLst xmlns:a="http://schemas.openxmlformats.org/drawingml/2006/main">
              <a:ext uri="{FF2B5EF4-FFF2-40B4-BE49-F238E27FC236}">
                <a16:creationId xmlns:a16="http://schemas.microsoft.com/office/drawing/2014/main" id="{1EBC96C3-0072-426A-A2BC-186EAD6E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7" name="nested-access-bg">
            <a:extLst xmlns:a="http://schemas.openxmlformats.org/drawingml/2006/main">
              <a:ext uri="{FF2B5EF4-FFF2-40B4-BE49-F238E27FC236}">
                <a16:creationId xmlns:a16="http://schemas.microsoft.com/office/drawing/2014/main" id="{170D942B-C544-4828-BC8E-7BA705BB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5348288"/>
            <a:ext cx="5143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8" name="nested-access-text">
            <a:extLst xmlns:a="http://schemas.openxmlformats.org/drawingml/2006/main">
              <a:ext uri="{FF2B5EF4-FFF2-40B4-BE49-F238E27FC236}">
                <a16:creationId xmlns:a16="http://schemas.microsoft.com/office/drawing/2014/main" id="{F6A4021A-06A7-4E2E-8618-7234F511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5557838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nilai[1][2] = 82</a:t>
            </a:r>
          </a:p>
        </p:txBody>
      </p:sp>
    </p:spTree>
    <p:extLst>
      <p:ext uri="{BB962C8B-B14F-4D97-AF65-F5344CB8AC3E}">
        <p14:creationId xmlns:p14="http://schemas.microsoft.com/office/powerpoint/2010/main" val="5701623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8BAA10-E844-4237-AEF6-3F4411F1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Dictionary dan items()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3D28CF-7606-4DF7-B558-5B7A1C3B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Dictionary memetakan key ke value. items() membaca keduanya sebagai pasangan.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6EC02E4-977B-44B0-AA9A-70D90AD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dict-code-bg">
            <a:extLst xmlns:a="http://schemas.openxmlformats.org/drawingml/2006/main">
              <a:ext uri="{FF2B5EF4-FFF2-40B4-BE49-F238E27FC236}">
                <a16:creationId xmlns:a16="http://schemas.microsoft.com/office/drawing/2014/main" id="{77B4AE52-C695-4B04-8981-C587DDB5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3" y="2767013"/>
            <a:ext cx="44767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dict-code-text">
            <a:extLst xmlns:a="http://schemas.openxmlformats.org/drawingml/2006/main">
              <a:ext uri="{FF2B5EF4-FFF2-40B4-BE49-F238E27FC236}">
                <a16:creationId xmlns:a16="http://schemas.microsoft.com/office/drawing/2014/main" id="{BE8ED64D-5A46-46B6-99C4-7903CA58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2976563"/>
            <a:ext cx="4000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produk = {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"nama": "Pensil",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"stok": 8,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"minimum": 15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produk["stok"]</a:t>
            </a:r>
          </a:p>
        </p:txBody>
      </p:sp>
      <p:sp>
        <p:nvSpPr>
          <p:cNvPr id="6" name="kv-0">
            <a:extLst xmlns:a="http://schemas.openxmlformats.org/drawingml/2006/main">
              <a:ext uri="{FF2B5EF4-FFF2-40B4-BE49-F238E27FC236}">
                <a16:creationId xmlns:a16="http://schemas.microsoft.com/office/drawing/2014/main" id="{9630F56C-C71A-457F-BB50-93B36610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2976563"/>
            <a:ext cx="4000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kv-k-0">
            <a:extLst xmlns:a="http://schemas.openxmlformats.org/drawingml/2006/main">
              <a:ext uri="{FF2B5EF4-FFF2-40B4-BE49-F238E27FC236}">
                <a16:creationId xmlns:a16="http://schemas.microsoft.com/office/drawing/2014/main" id="{46EDA698-EBB6-4CAF-BCFF-E0AED601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11943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nama</a:t>
            </a:r>
          </a:p>
        </p:txBody>
      </p:sp>
      <p:sp>
        <p:nvSpPr>
          <p:cNvPr id="8" name="kv-v-0">
            <a:extLst xmlns:a="http://schemas.openxmlformats.org/drawingml/2006/main">
              <a:ext uri="{FF2B5EF4-FFF2-40B4-BE49-F238E27FC236}">
                <a16:creationId xmlns:a16="http://schemas.microsoft.com/office/drawing/2014/main" id="{96AD6588-B515-4DCD-B863-20A32A19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3119438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Pensil</a:t>
            </a:r>
          </a:p>
        </p:txBody>
      </p:sp>
      <p:sp>
        <p:nvSpPr>
          <p:cNvPr id="9" name="kv-1">
            <a:extLst xmlns:a="http://schemas.openxmlformats.org/drawingml/2006/main">
              <a:ext uri="{FF2B5EF4-FFF2-40B4-BE49-F238E27FC236}">
                <a16:creationId xmlns:a16="http://schemas.microsoft.com/office/drawing/2014/main" id="{55197FD0-58B9-477D-867E-50838293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3757613"/>
            <a:ext cx="4000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kv-k-1">
            <a:extLst xmlns:a="http://schemas.openxmlformats.org/drawingml/2006/main">
              <a:ext uri="{FF2B5EF4-FFF2-40B4-BE49-F238E27FC236}">
                <a16:creationId xmlns:a16="http://schemas.microsoft.com/office/drawing/2014/main" id="{AA417881-D719-4D5F-8765-4A5769D9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90048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stok</a:t>
            </a:r>
          </a:p>
        </p:txBody>
      </p:sp>
      <p:sp>
        <p:nvSpPr>
          <p:cNvPr id="11" name="kv-v-1">
            <a:extLst xmlns:a="http://schemas.openxmlformats.org/drawingml/2006/main">
              <a:ext uri="{FF2B5EF4-FFF2-40B4-BE49-F238E27FC236}">
                <a16:creationId xmlns:a16="http://schemas.microsoft.com/office/drawing/2014/main" id="{EAF6801E-C621-4CE3-A45A-8B9106FA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3900488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12" name="kv-2">
            <a:extLst xmlns:a="http://schemas.openxmlformats.org/drawingml/2006/main">
              <a:ext uri="{FF2B5EF4-FFF2-40B4-BE49-F238E27FC236}">
                <a16:creationId xmlns:a16="http://schemas.microsoft.com/office/drawing/2014/main" id="{BBB1766C-5D7E-4A32-990A-F1B34FBB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4538663"/>
            <a:ext cx="4000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3" name="kv-k-2">
            <a:extLst xmlns:a="http://schemas.openxmlformats.org/drawingml/2006/main">
              <a:ext uri="{FF2B5EF4-FFF2-40B4-BE49-F238E27FC236}">
                <a16:creationId xmlns:a16="http://schemas.microsoft.com/office/drawing/2014/main" id="{465B3266-8AAA-426C-96E5-9D31131F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468153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minimum</a:t>
            </a:r>
          </a:p>
        </p:txBody>
      </p:sp>
      <p:sp>
        <p:nvSpPr>
          <p:cNvPr id="14" name="kv-v-2">
            <a:extLst xmlns:a="http://schemas.openxmlformats.org/drawingml/2006/main">
              <a:ext uri="{FF2B5EF4-FFF2-40B4-BE49-F238E27FC236}">
                <a16:creationId xmlns:a16="http://schemas.microsoft.com/office/drawing/2014/main" id="{55D4A602-6B7F-4B62-83E1-7299A75B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4681538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15</a:t>
            </a:r>
          </a:p>
        </p:txBody>
      </p:sp>
      <p:sp>
        <p:nvSpPr>
          <p:cNvPr id="15" name="items-code">
            <a:extLst xmlns:a="http://schemas.openxmlformats.org/drawingml/2006/main">
              <a:ext uri="{FF2B5EF4-FFF2-40B4-BE49-F238E27FC236}">
                <a16:creationId xmlns:a16="http://schemas.microsoft.com/office/drawing/2014/main" id="{D3840D05-BF23-4387-B3E9-BCB71A99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5481638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for key, value in produk.items():</a:t>
            </a:r>
          </a:p>
        </p:txBody>
      </p:sp>
    </p:spTree>
    <p:extLst>
      <p:ext uri="{BB962C8B-B14F-4D97-AF65-F5344CB8AC3E}">
        <p14:creationId xmlns:p14="http://schemas.microsoft.com/office/powerpoint/2010/main" val="18158845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53A1E6-9157-4322-880F-743F9CA8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Record dan ringkasan data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8EB127-940C-415C-B308-DB95C83A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List of dictionaries menyimpan satu record pada setiap dictionary.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6EAF996-8BE9-4463-BFCB-1C44D17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records-bg">
            <a:extLst xmlns:a="http://schemas.openxmlformats.org/drawingml/2006/main">
              <a:ext uri="{FF2B5EF4-FFF2-40B4-BE49-F238E27FC236}">
                <a16:creationId xmlns:a16="http://schemas.microsoft.com/office/drawing/2014/main" id="{6D94A565-47DB-4BCF-9CBF-A9C1AFCE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8" y="2524125"/>
            <a:ext cx="5334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records-text">
            <a:extLst xmlns:a="http://schemas.openxmlformats.org/drawingml/2006/main">
              <a:ext uri="{FF2B5EF4-FFF2-40B4-BE49-F238E27FC236}">
                <a16:creationId xmlns:a16="http://schemas.microsoft.com/office/drawing/2014/main" id="{6883C66E-B8CB-43AB-A8AC-1624BD41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2733675"/>
            <a:ext cx="48577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produk = [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{"nama": "Pensil", "stok": 8, "min": 15},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{"nama": "Buku", "stok": 24, "min": 10},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{"nama": "Penghapus", "stok": 6, "min": 12}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]</a:t>
            </a:r>
          </a:p>
        </p:txBody>
      </p:sp>
      <p:sp>
        <p:nvSpPr>
          <p:cNvPr id="6" name="record-step-0-panel">
            <a:extLst xmlns:a="http://schemas.openxmlformats.org/drawingml/2006/main">
              <a:ext uri="{FF2B5EF4-FFF2-40B4-BE49-F238E27FC236}">
                <a16:creationId xmlns:a16="http://schemas.microsoft.com/office/drawing/2014/main" id="{C86064DE-43EE-4FEE-8A2C-6F1D1965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2524125"/>
            <a:ext cx="3714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record-step-0-head">
            <a:extLst xmlns:a="http://schemas.openxmlformats.org/drawingml/2006/main">
              <a:ext uri="{FF2B5EF4-FFF2-40B4-BE49-F238E27FC236}">
                <a16:creationId xmlns:a16="http://schemas.microsoft.com/office/drawing/2014/main" id="{D048E46B-51E4-42AE-AAAC-0245B248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488" y="26574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Pilih</a:t>
            </a:r>
          </a:p>
        </p:txBody>
      </p:sp>
      <p:sp>
        <p:nvSpPr>
          <p:cNvPr id="8" name="record-step-0-body">
            <a:extLst xmlns:a="http://schemas.openxmlformats.org/drawingml/2006/main">
              <a:ext uri="{FF2B5EF4-FFF2-40B4-BE49-F238E27FC236}">
                <a16:creationId xmlns:a16="http://schemas.microsoft.com/office/drawing/2014/main" id="{AC29A1A2-EC79-41A9-B06D-2A72DB7E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488" y="300990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stok &lt; minimum</a:t>
            </a:r>
          </a:p>
        </p:txBody>
      </p:sp>
      <p:sp>
        <p:nvSpPr>
          <p:cNvPr id="9" name="record-step-1-panel">
            <a:extLst xmlns:a="http://schemas.openxmlformats.org/drawingml/2006/main">
              <a:ext uri="{FF2B5EF4-FFF2-40B4-BE49-F238E27FC236}">
                <a16:creationId xmlns:a16="http://schemas.microsoft.com/office/drawing/2014/main" id="{27AED1BA-C601-42A8-98C5-B70D7B26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3667125"/>
            <a:ext cx="3714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record-step-1-head">
            <a:extLst xmlns:a="http://schemas.openxmlformats.org/drawingml/2006/main">
              <a:ext uri="{FF2B5EF4-FFF2-40B4-BE49-F238E27FC236}">
                <a16:creationId xmlns:a16="http://schemas.microsoft.com/office/drawing/2014/main" id="{989AD422-FEF4-4D55-9674-1884FB5C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488" y="38004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Ringkas</a:t>
            </a:r>
          </a:p>
        </p:txBody>
      </p:sp>
      <p:sp>
        <p:nvSpPr>
          <p:cNvPr id="11" name="record-step-1-body">
            <a:extLst xmlns:a="http://schemas.openxmlformats.org/drawingml/2006/main">
              <a:ext uri="{FF2B5EF4-FFF2-40B4-BE49-F238E27FC236}">
                <a16:creationId xmlns:a16="http://schemas.microsoft.com/office/drawing/2014/main" id="{521F692A-FED5-404F-9140-9AC752DE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488" y="415290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len, sum, min, max</a:t>
            </a:r>
          </a:p>
        </p:txBody>
      </p:sp>
      <p:sp>
        <p:nvSpPr>
          <p:cNvPr id="12" name="record-step-2-panel">
            <a:extLst xmlns:a="http://schemas.openxmlformats.org/drawingml/2006/main">
              <a:ext uri="{FF2B5EF4-FFF2-40B4-BE49-F238E27FC236}">
                <a16:creationId xmlns:a16="http://schemas.microsoft.com/office/drawing/2014/main" id="{62A75B43-C123-4F9E-81A9-819CE635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4810125"/>
            <a:ext cx="3714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3" name="record-step-2-head">
            <a:extLst xmlns:a="http://schemas.openxmlformats.org/drawingml/2006/main">
              <a:ext uri="{FF2B5EF4-FFF2-40B4-BE49-F238E27FC236}">
                <a16:creationId xmlns:a16="http://schemas.microsoft.com/office/drawing/2014/main" id="{135307E2-5703-4B88-A216-C0C260D5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488" y="49434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Urutkan</a:t>
            </a:r>
          </a:p>
        </p:txBody>
      </p:sp>
      <p:sp>
        <p:nvSpPr>
          <p:cNvPr id="14" name="record-step-2-body">
            <a:extLst xmlns:a="http://schemas.openxmlformats.org/drawingml/2006/main">
              <a:ext uri="{FF2B5EF4-FFF2-40B4-BE49-F238E27FC236}">
                <a16:creationId xmlns:a16="http://schemas.microsoft.com/office/drawing/2014/main" id="{991D9F5C-F01B-45BC-ABEF-28A0F84D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488" y="529590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sorted(...)</a:t>
            </a:r>
          </a:p>
        </p:txBody>
      </p:sp>
      <p:sp>
        <p:nvSpPr>
          <p:cNvPr id="15" name="record-output">
            <a:extLst xmlns:a="http://schemas.openxmlformats.org/drawingml/2006/main">
              <a:ext uri="{FF2B5EF4-FFF2-40B4-BE49-F238E27FC236}">
                <a16:creationId xmlns:a16="http://schemas.microsoft.com/office/drawing/2014/main" id="{9DAF7C90-A1EB-4B5F-8BEA-81B511A6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3" y="57150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Hasil pilihan: Pensil dan Penghapus perlu diperiksa stoknya.</a:t>
            </a:r>
          </a:p>
        </p:txBody>
      </p:sp>
    </p:spTree>
    <p:extLst>
      <p:ext uri="{BB962C8B-B14F-4D97-AF65-F5344CB8AC3E}">
        <p14:creationId xmlns:p14="http://schemas.microsoft.com/office/powerpoint/2010/main" val="13411916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01DFA3-1C70-4E51-9BC2-A08AB089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Properti array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230C477-095B-4F12-A915-E27C1099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ndim menghitung dimensi. shape memberi ukuran tiap dimensi. size menghitung semua elemen.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2AD2AEB-A0A9-4EBC-AD81-FC8A2794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array-props-head-bg">
            <a:extLst xmlns:a="http://schemas.openxmlformats.org/drawingml/2006/main">
              <a:ext uri="{FF2B5EF4-FFF2-40B4-BE49-F238E27FC236}">
                <a16:creationId xmlns:a16="http://schemas.microsoft.com/office/drawing/2014/main" id="{DA973C3F-A830-4B4E-B0CA-399FA431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5063"/>
            <a:ext cx="9810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array-props-r0-c0">
            <a:extLst xmlns:a="http://schemas.openxmlformats.org/drawingml/2006/main">
              <a:ext uri="{FF2B5EF4-FFF2-40B4-BE49-F238E27FC236}">
                <a16:creationId xmlns:a16="http://schemas.microsoft.com/office/drawing/2014/main" id="{BE2D6CC8-DA7B-4E4B-A07C-1F09BD0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09838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Properti</a:t>
            </a:r>
          </a:p>
        </p:txBody>
      </p:sp>
      <p:sp>
        <p:nvSpPr>
          <p:cNvPr id="6" name="array-props-r0-c1">
            <a:extLst xmlns:a="http://schemas.openxmlformats.org/drawingml/2006/main">
              <a:ext uri="{FF2B5EF4-FFF2-40B4-BE49-F238E27FC236}">
                <a16:creationId xmlns:a16="http://schemas.microsoft.com/office/drawing/2014/main" id="{9851BC57-FE67-4D16-B232-07EF1E5F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09838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 untuk shape (4, 3)</a:t>
            </a:r>
          </a:p>
        </p:txBody>
      </p:sp>
      <p:sp>
        <p:nvSpPr>
          <p:cNvPr id="7" name="array-props-v0-1">
            <a:extLst xmlns:a="http://schemas.openxmlformats.org/drawingml/2006/main">
              <a:ext uri="{FF2B5EF4-FFF2-40B4-BE49-F238E27FC236}">
                <a16:creationId xmlns:a16="http://schemas.microsoft.com/office/drawing/2014/main" id="{B0D109BD-727A-494C-AB98-2168EAC2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289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array-props-r0-c2">
            <a:extLst xmlns:a="http://schemas.openxmlformats.org/drawingml/2006/main">
              <a:ext uri="{FF2B5EF4-FFF2-40B4-BE49-F238E27FC236}">
                <a16:creationId xmlns:a16="http://schemas.microsoft.com/office/drawing/2014/main" id="{9480C9D8-6DAD-4405-82D8-108CAA6E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09838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Makna</a:t>
            </a:r>
          </a:p>
        </p:txBody>
      </p:sp>
      <p:sp>
        <p:nvSpPr>
          <p:cNvPr id="9" name="array-props-v0-2">
            <a:extLst xmlns:a="http://schemas.openxmlformats.org/drawingml/2006/main">
              <a:ext uri="{FF2B5EF4-FFF2-40B4-BE49-F238E27FC236}">
                <a16:creationId xmlns:a16="http://schemas.microsoft.com/office/drawing/2014/main" id="{0572EFE6-C389-4830-AD4F-A0DE7CB3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289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array-props-r1-c0">
            <a:extLst xmlns:a="http://schemas.openxmlformats.org/drawingml/2006/main">
              <a:ext uri="{FF2B5EF4-FFF2-40B4-BE49-F238E27FC236}">
                <a16:creationId xmlns:a16="http://schemas.microsoft.com/office/drawing/2014/main" id="{A19E8A18-E48B-462E-AA14-F3FDFBCE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38488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ndim</a:t>
            </a:r>
          </a:p>
        </p:txBody>
      </p:sp>
      <p:sp>
        <p:nvSpPr>
          <p:cNvPr id="11" name="array-props-r1-c1">
            <a:extLst xmlns:a="http://schemas.openxmlformats.org/drawingml/2006/main">
              <a:ext uri="{FF2B5EF4-FFF2-40B4-BE49-F238E27FC236}">
                <a16:creationId xmlns:a16="http://schemas.microsoft.com/office/drawing/2014/main" id="{2AEEB060-DC0C-4C96-A030-D145AD04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38488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2" name="array-props-v1-1">
            <a:extLst xmlns:a="http://schemas.openxmlformats.org/drawingml/2006/main">
              <a:ext uri="{FF2B5EF4-FFF2-40B4-BE49-F238E27FC236}">
                <a16:creationId xmlns:a16="http://schemas.microsoft.com/office/drawing/2014/main" id="{C5DA5B0A-8801-408D-BE61-CA25E570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575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array-props-r1-c2">
            <a:extLst xmlns:a="http://schemas.openxmlformats.org/drawingml/2006/main">
              <a:ext uri="{FF2B5EF4-FFF2-40B4-BE49-F238E27FC236}">
                <a16:creationId xmlns:a16="http://schemas.microsoft.com/office/drawing/2014/main" id="{D87BD2F1-434B-4DEC-9E39-EF2A6982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38488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Dua dimensi</a:t>
            </a:r>
          </a:p>
        </p:txBody>
      </p:sp>
      <p:sp>
        <p:nvSpPr>
          <p:cNvPr id="14" name="array-props-v1-2">
            <a:extLst xmlns:a="http://schemas.openxmlformats.org/drawingml/2006/main">
              <a:ext uri="{FF2B5EF4-FFF2-40B4-BE49-F238E27FC236}">
                <a16:creationId xmlns:a16="http://schemas.microsoft.com/office/drawing/2014/main" id="{033B8330-B8F1-40F8-A433-FCBBBBE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575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array-props-h1">
            <a:extLst xmlns:a="http://schemas.openxmlformats.org/drawingml/2006/main">
              <a:ext uri="{FF2B5EF4-FFF2-40B4-BE49-F238E27FC236}">
                <a16:creationId xmlns:a16="http://schemas.microsoft.com/office/drawing/2014/main" id="{8592542D-CB25-43BC-BA11-E3B27BED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194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array-props-band-2">
            <a:extLst xmlns:a="http://schemas.openxmlformats.org/drawingml/2006/main">
              <a:ext uri="{FF2B5EF4-FFF2-40B4-BE49-F238E27FC236}">
                <a16:creationId xmlns:a16="http://schemas.microsoft.com/office/drawing/2014/main" id="{D2559CF0-F0B8-42A1-AC32-C1CF8906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62363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ray-props-r2-c0">
            <a:extLst xmlns:a="http://schemas.openxmlformats.org/drawingml/2006/main">
              <a:ext uri="{FF2B5EF4-FFF2-40B4-BE49-F238E27FC236}">
                <a16:creationId xmlns:a16="http://schemas.microsoft.com/office/drawing/2014/main" id="{4CEAF930-7D5A-453B-8EAA-B3DA2D45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67138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shape</a:t>
            </a:r>
          </a:p>
        </p:txBody>
      </p:sp>
      <p:sp>
        <p:nvSpPr>
          <p:cNvPr id="18" name="array-props-r2-c1">
            <a:extLst xmlns:a="http://schemas.openxmlformats.org/drawingml/2006/main">
              <a:ext uri="{FF2B5EF4-FFF2-40B4-BE49-F238E27FC236}">
                <a16:creationId xmlns:a16="http://schemas.microsoft.com/office/drawing/2014/main" id="{7DFE01EA-25C0-45CB-BA5F-81BE1B14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67138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(4, 3)</a:t>
            </a:r>
          </a:p>
        </p:txBody>
      </p:sp>
      <p:sp>
        <p:nvSpPr>
          <p:cNvPr id="19" name="array-props-v2-1">
            <a:extLst xmlns:a="http://schemas.openxmlformats.org/drawingml/2006/main">
              <a:ext uri="{FF2B5EF4-FFF2-40B4-BE49-F238E27FC236}">
                <a16:creationId xmlns:a16="http://schemas.microsoft.com/office/drawing/2014/main" id="{E05156C1-F843-4FD7-86E7-8D11D03B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86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array-props-r2-c2">
            <a:extLst xmlns:a="http://schemas.openxmlformats.org/drawingml/2006/main">
              <a:ext uri="{FF2B5EF4-FFF2-40B4-BE49-F238E27FC236}">
                <a16:creationId xmlns:a16="http://schemas.microsoft.com/office/drawing/2014/main" id="{D7235F88-C3BD-4CB9-BD0E-4136F954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67138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Empat baris dan tiga kolom</a:t>
            </a:r>
          </a:p>
        </p:txBody>
      </p:sp>
      <p:sp>
        <p:nvSpPr>
          <p:cNvPr id="21" name="array-props-v2-2">
            <a:extLst xmlns:a="http://schemas.openxmlformats.org/drawingml/2006/main">
              <a:ext uri="{FF2B5EF4-FFF2-40B4-BE49-F238E27FC236}">
                <a16:creationId xmlns:a16="http://schemas.microsoft.com/office/drawing/2014/main" id="{377CD6FD-B56A-4137-9CB2-D129397C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86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array-props-h2">
            <a:extLst xmlns:a="http://schemas.openxmlformats.org/drawingml/2006/main">
              <a:ext uri="{FF2B5EF4-FFF2-40B4-BE49-F238E27FC236}">
                <a16:creationId xmlns:a16="http://schemas.microsoft.com/office/drawing/2014/main" id="{5A003F08-BE83-446C-BA6D-0A788837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481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array-props-r3-c0">
            <a:extLst xmlns:a="http://schemas.openxmlformats.org/drawingml/2006/main">
              <a:ext uri="{FF2B5EF4-FFF2-40B4-BE49-F238E27FC236}">
                <a16:creationId xmlns:a16="http://schemas.microsoft.com/office/drawing/2014/main" id="{BE13B182-2468-4885-B0F3-1F99B8E5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95788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size</a:t>
            </a:r>
          </a:p>
        </p:txBody>
      </p:sp>
      <p:sp>
        <p:nvSpPr>
          <p:cNvPr id="24" name="array-props-r3-c1">
            <a:extLst xmlns:a="http://schemas.openxmlformats.org/drawingml/2006/main">
              <a:ext uri="{FF2B5EF4-FFF2-40B4-BE49-F238E27FC236}">
                <a16:creationId xmlns:a16="http://schemas.microsoft.com/office/drawing/2014/main" id="{A0DA7D60-8F94-4F02-89A8-B06EF68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95788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25" name="array-props-v3-1">
            <a:extLst xmlns:a="http://schemas.openxmlformats.org/drawingml/2006/main">
              <a:ext uri="{FF2B5EF4-FFF2-40B4-BE49-F238E27FC236}">
                <a16:creationId xmlns:a16="http://schemas.microsoft.com/office/drawing/2014/main" id="{12886B3B-E42E-4A78-BE62-33CEC8E9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array-props-r3-c2">
            <a:extLst xmlns:a="http://schemas.openxmlformats.org/drawingml/2006/main">
              <a:ext uri="{FF2B5EF4-FFF2-40B4-BE49-F238E27FC236}">
                <a16:creationId xmlns:a16="http://schemas.microsoft.com/office/drawing/2014/main" id="{C9D90585-BC42-4098-A1EA-2A484CF9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95788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seluruh elemen</a:t>
            </a:r>
          </a:p>
        </p:txBody>
      </p:sp>
      <p:sp>
        <p:nvSpPr>
          <p:cNvPr id="27" name="array-props-v3-2">
            <a:extLst xmlns:a="http://schemas.openxmlformats.org/drawingml/2006/main">
              <a:ext uri="{FF2B5EF4-FFF2-40B4-BE49-F238E27FC236}">
                <a16:creationId xmlns:a16="http://schemas.microsoft.com/office/drawing/2014/main" id="{4FEE0629-C4F1-4D30-BBBD-026E8B2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14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array-props-h3">
            <a:extLst xmlns:a="http://schemas.openxmlformats.org/drawingml/2006/main">
              <a:ext uri="{FF2B5EF4-FFF2-40B4-BE49-F238E27FC236}">
                <a16:creationId xmlns:a16="http://schemas.microsoft.com/office/drawing/2014/main" id="{4A2EC378-0ED2-4281-B585-9C10D8F8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array-props-band-4">
            <a:extLst xmlns:a="http://schemas.openxmlformats.org/drawingml/2006/main">
              <a:ext uri="{FF2B5EF4-FFF2-40B4-BE49-F238E27FC236}">
                <a16:creationId xmlns:a16="http://schemas.microsoft.com/office/drawing/2014/main" id="{5992C2DB-D36F-4AFA-AA71-B9390BE1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19663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ray-props-r4-c0">
            <a:extLst xmlns:a="http://schemas.openxmlformats.org/drawingml/2006/main">
              <a:ext uri="{FF2B5EF4-FFF2-40B4-BE49-F238E27FC236}">
                <a16:creationId xmlns:a16="http://schemas.microsoft.com/office/drawing/2014/main" id="{86A6E1B6-7DA1-4045-9697-752D75C1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4438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dtype</a:t>
            </a:r>
          </a:p>
        </p:txBody>
      </p:sp>
      <p:sp>
        <p:nvSpPr>
          <p:cNvPr id="31" name="array-props-r4-c1">
            <a:extLst xmlns:a="http://schemas.openxmlformats.org/drawingml/2006/main">
              <a:ext uri="{FF2B5EF4-FFF2-40B4-BE49-F238E27FC236}">
                <a16:creationId xmlns:a16="http://schemas.microsoft.com/office/drawing/2014/main" id="{D92B7EAC-8FE7-4E6C-9C7E-6381B9D8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24438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int64 / float64</a:t>
            </a:r>
          </a:p>
        </p:txBody>
      </p:sp>
      <p:sp>
        <p:nvSpPr>
          <p:cNvPr id="32" name="array-props-v4-1">
            <a:extLst xmlns:a="http://schemas.openxmlformats.org/drawingml/2006/main">
              <a:ext uri="{FF2B5EF4-FFF2-40B4-BE49-F238E27FC236}">
                <a16:creationId xmlns:a16="http://schemas.microsoft.com/office/drawing/2014/main" id="{56A14C8E-879D-47A9-928E-D1BA2A6E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435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array-props-r4-c2">
            <a:extLst xmlns:a="http://schemas.openxmlformats.org/drawingml/2006/main">
              <a:ext uri="{FF2B5EF4-FFF2-40B4-BE49-F238E27FC236}">
                <a16:creationId xmlns:a16="http://schemas.microsoft.com/office/drawing/2014/main" id="{E290568D-A6C8-4704-A200-20530B18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24438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Tipe elemen array</a:t>
            </a:r>
          </a:p>
        </p:txBody>
      </p:sp>
      <p:sp>
        <p:nvSpPr>
          <p:cNvPr id="34" name="array-props-v4-2">
            <a:extLst xmlns:a="http://schemas.openxmlformats.org/drawingml/2006/main">
              <a:ext uri="{FF2B5EF4-FFF2-40B4-BE49-F238E27FC236}">
                <a16:creationId xmlns:a16="http://schemas.microsoft.com/office/drawing/2014/main" id="{D6690F45-7A8C-463B-AC57-12EC0852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435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array-props-h4">
            <a:extLst xmlns:a="http://schemas.openxmlformats.org/drawingml/2006/main">
              <a:ext uri="{FF2B5EF4-FFF2-40B4-BE49-F238E27FC236}">
                <a16:creationId xmlns:a16="http://schemas.microsoft.com/office/drawing/2014/main" id="{ADC8AAF7-2130-4856-A7E9-1BD41BBD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054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array-props-example">
            <a:extLst xmlns:a="http://schemas.openxmlformats.org/drawingml/2006/main">
              <a:ext uri="{FF2B5EF4-FFF2-40B4-BE49-F238E27FC236}">
                <a16:creationId xmlns:a16="http://schemas.microsoft.com/office/drawing/2014/main" id="{F640E553-86E4-4773-9690-5183DEDD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862638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Array cocok untuk operasi numerik yang konsisten pada banyak nilai.</a:t>
            </a:r>
          </a:p>
        </p:txBody>
      </p:sp>
    </p:spTree>
    <p:extLst>
      <p:ext uri="{BB962C8B-B14F-4D97-AF65-F5344CB8AC3E}">
        <p14:creationId xmlns:p14="http://schemas.microsoft.com/office/powerpoint/2010/main" val="974602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D5BBC6-4440-4CD9-AE98-761E8265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Array lebih dari dua dimensi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814F919-4BCF-4220-BD0B-8FBF2DC8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Shape (2, 4, 3) mewakili 2 periode, 4 stasiun, dan 3 hari.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11EB575-BEBA-4760-B3EB-0F3A032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period-title-0">
            <a:extLst xmlns:a="http://schemas.openxmlformats.org/drawingml/2006/main">
              <a:ext uri="{FF2B5EF4-FFF2-40B4-BE49-F238E27FC236}">
                <a16:creationId xmlns:a16="http://schemas.microsoft.com/office/drawing/2014/main" id="{7C3DAD97-3E0B-4B27-9430-AA398213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384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6B9B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96B9B"/>
                </a:solidFill>
                <a:latin typeface="SF Pro Display"/>
                <a:ea typeface="SF Pro Display"/>
                <a:cs typeface="SF Pro Display"/>
              </a:rPr>
              <a:t>Periode 1</a:t>
            </a:r>
          </a:p>
        </p:txBody>
      </p:sp>
      <p:sp>
        <p:nvSpPr>
          <p:cNvPr id="5" name="period-station-0-0">
            <a:extLst xmlns:a="http://schemas.openxmlformats.org/drawingml/2006/main">
              <a:ext uri="{FF2B5EF4-FFF2-40B4-BE49-F238E27FC236}">
                <a16:creationId xmlns:a16="http://schemas.microsoft.com/office/drawing/2014/main" id="{0794C781-BC03-4F63-8CC5-69E9DBC8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194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1</a:t>
            </a:r>
          </a:p>
        </p:txBody>
      </p:sp>
      <p:sp>
        <p:nvSpPr>
          <p:cNvPr id="6" name="period-cell-0-0-0">
            <a:extLst xmlns:a="http://schemas.openxmlformats.org/drawingml/2006/main">
              <a:ext uri="{FF2B5EF4-FFF2-40B4-BE49-F238E27FC236}">
                <a16:creationId xmlns:a16="http://schemas.microsoft.com/office/drawing/2014/main" id="{0BB6AECD-B23B-4C04-8FF1-99B80B2C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24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7" name="period-val-0-0-0">
            <a:extLst xmlns:a="http://schemas.openxmlformats.org/drawingml/2006/main">
              <a:ext uri="{FF2B5EF4-FFF2-40B4-BE49-F238E27FC236}">
                <a16:creationId xmlns:a16="http://schemas.microsoft.com/office/drawing/2014/main" id="{66629D6E-3222-4D96-97B7-1E77AC98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8" name="period-cell-0-0-1">
            <a:extLst xmlns:a="http://schemas.openxmlformats.org/drawingml/2006/main">
              <a:ext uri="{FF2B5EF4-FFF2-40B4-BE49-F238E27FC236}">
                <a16:creationId xmlns:a16="http://schemas.microsoft.com/office/drawing/2014/main" id="{6D855BB8-0986-46D8-B2B2-53A46CC1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24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9" name="period-val-0-0-1">
            <a:extLst xmlns:a="http://schemas.openxmlformats.org/drawingml/2006/main">
              <a:ext uri="{FF2B5EF4-FFF2-40B4-BE49-F238E27FC236}">
                <a16:creationId xmlns:a16="http://schemas.microsoft.com/office/drawing/2014/main" id="{C889F7B7-6F82-4B39-ADE8-67EA8F42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21</a:t>
            </a:r>
          </a:p>
        </p:txBody>
      </p:sp>
      <p:sp>
        <p:nvSpPr>
          <p:cNvPr id="10" name="period-cell-0-0-2">
            <a:extLst xmlns:a="http://schemas.openxmlformats.org/drawingml/2006/main">
              <a:ext uri="{FF2B5EF4-FFF2-40B4-BE49-F238E27FC236}">
                <a16:creationId xmlns:a16="http://schemas.microsoft.com/office/drawing/2014/main" id="{FA2D744C-E3BB-4C24-B888-33D44773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24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1" name="period-val-0-0-2">
            <a:extLst xmlns:a="http://schemas.openxmlformats.org/drawingml/2006/main">
              <a:ext uri="{FF2B5EF4-FFF2-40B4-BE49-F238E27FC236}">
                <a16:creationId xmlns:a16="http://schemas.microsoft.com/office/drawing/2014/main" id="{006F947D-B5C1-4730-9C7F-ED7C1EE9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9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22</a:t>
            </a:r>
          </a:p>
        </p:txBody>
      </p:sp>
      <p:sp>
        <p:nvSpPr>
          <p:cNvPr id="12" name="period-station-0-1">
            <a:extLst xmlns:a="http://schemas.openxmlformats.org/drawingml/2006/main">
              <a:ext uri="{FF2B5EF4-FFF2-40B4-BE49-F238E27FC236}">
                <a16:creationId xmlns:a16="http://schemas.microsoft.com/office/drawing/2014/main" id="{53EDEF3F-D3F3-469E-A254-A61B24EC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909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2</a:t>
            </a:r>
          </a:p>
        </p:txBody>
      </p:sp>
      <p:sp>
        <p:nvSpPr>
          <p:cNvPr id="13" name="period-cell-0-1-0">
            <a:extLst xmlns:a="http://schemas.openxmlformats.org/drawingml/2006/main">
              <a:ext uri="{FF2B5EF4-FFF2-40B4-BE49-F238E27FC236}">
                <a16:creationId xmlns:a16="http://schemas.microsoft.com/office/drawing/2014/main" id="{2C3C38FC-E126-4EEF-A82D-735BBFAF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95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4" name="period-val-0-1-0">
            <a:extLst xmlns:a="http://schemas.openxmlformats.org/drawingml/2006/main">
              <a:ext uri="{FF2B5EF4-FFF2-40B4-BE49-F238E27FC236}">
                <a16:creationId xmlns:a16="http://schemas.microsoft.com/office/drawing/2014/main" id="{D094E953-46D1-49AE-B642-F6E17FDF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81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23</a:t>
            </a:r>
          </a:p>
        </p:txBody>
      </p:sp>
      <p:sp>
        <p:nvSpPr>
          <p:cNvPr id="15" name="period-cell-0-1-1">
            <a:extLst xmlns:a="http://schemas.openxmlformats.org/drawingml/2006/main">
              <a:ext uri="{FF2B5EF4-FFF2-40B4-BE49-F238E27FC236}">
                <a16:creationId xmlns:a16="http://schemas.microsoft.com/office/drawing/2014/main" id="{0C80BD23-A23A-4285-B600-32F54A17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95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6" name="period-val-0-1-1">
            <a:extLst xmlns:a="http://schemas.openxmlformats.org/drawingml/2006/main">
              <a:ext uri="{FF2B5EF4-FFF2-40B4-BE49-F238E27FC236}">
                <a16:creationId xmlns:a16="http://schemas.microsoft.com/office/drawing/2014/main" id="{C20B2F97-4316-49D6-8A92-4B26C238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81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24</a:t>
            </a:r>
          </a:p>
        </p:txBody>
      </p:sp>
      <p:sp>
        <p:nvSpPr>
          <p:cNvPr id="17" name="period-cell-0-1-2">
            <a:extLst xmlns:a="http://schemas.openxmlformats.org/drawingml/2006/main">
              <a:ext uri="{FF2B5EF4-FFF2-40B4-BE49-F238E27FC236}">
                <a16:creationId xmlns:a16="http://schemas.microsoft.com/office/drawing/2014/main" id="{45607B2F-C3C5-4BA1-8B6F-EBBBA03C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95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8" name="period-val-0-1-2">
            <a:extLst xmlns:a="http://schemas.openxmlformats.org/drawingml/2006/main">
              <a:ext uri="{FF2B5EF4-FFF2-40B4-BE49-F238E27FC236}">
                <a16:creationId xmlns:a16="http://schemas.microsoft.com/office/drawing/2014/main" id="{FAE3D958-3422-46D3-A3EC-0FE7C71A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81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25</a:t>
            </a:r>
          </a:p>
        </p:txBody>
      </p:sp>
      <p:sp>
        <p:nvSpPr>
          <p:cNvPr id="19" name="period-station-0-2">
            <a:extLst xmlns:a="http://schemas.openxmlformats.org/drawingml/2006/main">
              <a:ext uri="{FF2B5EF4-FFF2-40B4-BE49-F238E27FC236}">
                <a16:creationId xmlns:a16="http://schemas.microsoft.com/office/drawing/2014/main" id="{EFB26005-73EB-4626-BA3E-06D1F30F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624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3</a:t>
            </a:r>
          </a:p>
        </p:txBody>
      </p:sp>
      <p:sp>
        <p:nvSpPr>
          <p:cNvPr id="20" name="period-cell-0-2-0">
            <a:extLst xmlns:a="http://schemas.openxmlformats.org/drawingml/2006/main">
              <a:ext uri="{FF2B5EF4-FFF2-40B4-BE49-F238E27FC236}">
                <a16:creationId xmlns:a16="http://schemas.microsoft.com/office/drawing/2014/main" id="{56DF3EBD-0F0E-48F2-B43B-91ED60F9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67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1" name="period-val-0-2-0">
            <a:extLst xmlns:a="http://schemas.openxmlformats.org/drawingml/2006/main">
              <a:ext uri="{FF2B5EF4-FFF2-40B4-BE49-F238E27FC236}">
                <a16:creationId xmlns:a16="http://schemas.microsoft.com/office/drawing/2014/main" id="{0761A4A8-3ACA-4E71-A44D-F130F885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52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26</a:t>
            </a:r>
          </a:p>
        </p:txBody>
      </p:sp>
      <p:sp>
        <p:nvSpPr>
          <p:cNvPr id="22" name="period-cell-0-2-1">
            <a:extLst xmlns:a="http://schemas.openxmlformats.org/drawingml/2006/main">
              <a:ext uri="{FF2B5EF4-FFF2-40B4-BE49-F238E27FC236}">
                <a16:creationId xmlns:a16="http://schemas.microsoft.com/office/drawing/2014/main" id="{BAF8D89E-4CE5-4422-B753-F42DDAC4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67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3" name="period-val-0-2-1">
            <a:extLst xmlns:a="http://schemas.openxmlformats.org/drawingml/2006/main">
              <a:ext uri="{FF2B5EF4-FFF2-40B4-BE49-F238E27FC236}">
                <a16:creationId xmlns:a16="http://schemas.microsoft.com/office/drawing/2014/main" id="{95C611B7-3A11-4A2A-874D-7AF962A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52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27</a:t>
            </a:r>
          </a:p>
        </p:txBody>
      </p:sp>
      <p:sp>
        <p:nvSpPr>
          <p:cNvPr id="24" name="period-cell-0-2-2">
            <a:extLst xmlns:a="http://schemas.openxmlformats.org/drawingml/2006/main">
              <a:ext uri="{FF2B5EF4-FFF2-40B4-BE49-F238E27FC236}">
                <a16:creationId xmlns:a16="http://schemas.microsoft.com/office/drawing/2014/main" id="{33DBB5A7-9CE7-4D9D-8E99-D89013AC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67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5" name="period-val-0-2-2">
            <a:extLst xmlns:a="http://schemas.openxmlformats.org/drawingml/2006/main">
              <a:ext uri="{FF2B5EF4-FFF2-40B4-BE49-F238E27FC236}">
                <a16:creationId xmlns:a16="http://schemas.microsoft.com/office/drawing/2014/main" id="{3A2E274D-22F9-4BF7-9F96-A077E864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52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28</a:t>
            </a:r>
          </a:p>
        </p:txBody>
      </p:sp>
      <p:sp>
        <p:nvSpPr>
          <p:cNvPr id="26" name="period-station-0-3">
            <a:extLst xmlns:a="http://schemas.openxmlformats.org/drawingml/2006/main">
              <a:ext uri="{FF2B5EF4-FFF2-40B4-BE49-F238E27FC236}">
                <a16:creationId xmlns:a16="http://schemas.microsoft.com/office/drawing/2014/main" id="{F2C135C6-855E-4F87-A361-0F076C3E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339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4</a:t>
            </a:r>
          </a:p>
        </p:txBody>
      </p:sp>
      <p:sp>
        <p:nvSpPr>
          <p:cNvPr id="27" name="period-cell-0-3-0">
            <a:extLst xmlns:a="http://schemas.openxmlformats.org/drawingml/2006/main">
              <a:ext uri="{FF2B5EF4-FFF2-40B4-BE49-F238E27FC236}">
                <a16:creationId xmlns:a16="http://schemas.microsoft.com/office/drawing/2014/main" id="{C11462C8-3C07-4480-A403-05BB6E8E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38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8" name="period-val-0-3-0">
            <a:extLst xmlns:a="http://schemas.openxmlformats.org/drawingml/2006/main">
              <a:ext uri="{FF2B5EF4-FFF2-40B4-BE49-F238E27FC236}">
                <a16:creationId xmlns:a16="http://schemas.microsoft.com/office/drawing/2014/main" id="{8FD8F375-588F-454E-A6D2-F690A035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29</a:t>
            </a:r>
          </a:p>
        </p:txBody>
      </p:sp>
      <p:sp>
        <p:nvSpPr>
          <p:cNvPr id="29" name="period-cell-0-3-1">
            <a:extLst xmlns:a="http://schemas.openxmlformats.org/drawingml/2006/main">
              <a:ext uri="{FF2B5EF4-FFF2-40B4-BE49-F238E27FC236}">
                <a16:creationId xmlns:a16="http://schemas.microsoft.com/office/drawing/2014/main" id="{ECDA3F5B-F645-4F61-BCF2-448E35EB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38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30" name="period-val-0-3-1">
            <a:extLst xmlns:a="http://schemas.openxmlformats.org/drawingml/2006/main">
              <a:ext uri="{FF2B5EF4-FFF2-40B4-BE49-F238E27FC236}">
                <a16:creationId xmlns:a16="http://schemas.microsoft.com/office/drawing/2014/main" id="{9234CA09-9116-4B18-88FA-ABB6D5FA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24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30</a:t>
            </a:r>
          </a:p>
        </p:txBody>
      </p:sp>
      <p:sp>
        <p:nvSpPr>
          <p:cNvPr id="31" name="period-cell-0-3-2">
            <a:extLst xmlns:a="http://schemas.openxmlformats.org/drawingml/2006/main">
              <a:ext uri="{FF2B5EF4-FFF2-40B4-BE49-F238E27FC236}">
                <a16:creationId xmlns:a16="http://schemas.microsoft.com/office/drawing/2014/main" id="{B5523CE5-62ED-4228-AAF5-4C94328D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38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2" name="period-val-0-3-2">
            <a:extLst xmlns:a="http://schemas.openxmlformats.org/drawingml/2006/main">
              <a:ext uri="{FF2B5EF4-FFF2-40B4-BE49-F238E27FC236}">
                <a16:creationId xmlns:a16="http://schemas.microsoft.com/office/drawing/2014/main" id="{422A7942-5B22-48D4-9695-B63DE780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24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31</a:t>
            </a:r>
          </a:p>
        </p:txBody>
      </p:sp>
      <p:sp>
        <p:nvSpPr>
          <p:cNvPr id="33" name="period-title-1">
            <a:extLst xmlns:a="http://schemas.openxmlformats.org/drawingml/2006/main">
              <a:ext uri="{FF2B5EF4-FFF2-40B4-BE49-F238E27FC236}">
                <a16:creationId xmlns:a16="http://schemas.microsoft.com/office/drawing/2014/main" id="{78F033D2-97C9-4EDE-9BB5-1BBA8F74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384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6B9B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96B9B"/>
                </a:solidFill>
                <a:latin typeface="SF Pro Display"/>
                <a:ea typeface="SF Pro Display"/>
                <a:cs typeface="SF Pro Display"/>
              </a:rPr>
              <a:t>Periode 2</a:t>
            </a:r>
          </a:p>
        </p:txBody>
      </p:sp>
      <p:sp>
        <p:nvSpPr>
          <p:cNvPr id="34" name="period-station-1-0">
            <a:extLst xmlns:a="http://schemas.openxmlformats.org/drawingml/2006/main">
              <a:ext uri="{FF2B5EF4-FFF2-40B4-BE49-F238E27FC236}">
                <a16:creationId xmlns:a16="http://schemas.microsoft.com/office/drawing/2014/main" id="{0ADC0256-CA77-42F2-8D5D-A2283E3E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194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1</a:t>
            </a:r>
          </a:p>
        </p:txBody>
      </p:sp>
      <p:sp>
        <p:nvSpPr>
          <p:cNvPr id="35" name="period-cell-1-0-0">
            <a:extLst xmlns:a="http://schemas.openxmlformats.org/drawingml/2006/main">
              <a:ext uri="{FF2B5EF4-FFF2-40B4-BE49-F238E27FC236}">
                <a16:creationId xmlns:a16="http://schemas.microsoft.com/office/drawing/2014/main" id="{3F51AF17-93EE-458B-88D5-0D4D1A62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24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6" name="period-val-1-0-0">
            <a:extLst xmlns:a="http://schemas.openxmlformats.org/drawingml/2006/main">
              <a:ext uri="{FF2B5EF4-FFF2-40B4-BE49-F238E27FC236}">
                <a16:creationId xmlns:a16="http://schemas.microsoft.com/office/drawing/2014/main" id="{6AEF9C9C-F619-4F77-9CB1-F840787D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32</a:t>
            </a:r>
          </a:p>
        </p:txBody>
      </p:sp>
      <p:sp>
        <p:nvSpPr>
          <p:cNvPr id="37" name="period-cell-1-0-1">
            <a:extLst xmlns:a="http://schemas.openxmlformats.org/drawingml/2006/main">
              <a:ext uri="{FF2B5EF4-FFF2-40B4-BE49-F238E27FC236}">
                <a16:creationId xmlns:a16="http://schemas.microsoft.com/office/drawing/2014/main" id="{04CE705A-B19F-40F4-A85F-164DA03F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24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38" name="period-val-1-0-1">
            <a:extLst xmlns:a="http://schemas.openxmlformats.org/drawingml/2006/main">
              <a:ext uri="{FF2B5EF4-FFF2-40B4-BE49-F238E27FC236}">
                <a16:creationId xmlns:a16="http://schemas.microsoft.com/office/drawing/2014/main" id="{29EEDA11-3D25-40CB-8545-3739E017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33</a:t>
            </a:r>
          </a:p>
        </p:txBody>
      </p:sp>
      <p:sp>
        <p:nvSpPr>
          <p:cNvPr id="39" name="period-cell-1-0-2">
            <a:extLst xmlns:a="http://schemas.openxmlformats.org/drawingml/2006/main">
              <a:ext uri="{FF2B5EF4-FFF2-40B4-BE49-F238E27FC236}">
                <a16:creationId xmlns:a16="http://schemas.microsoft.com/office/drawing/2014/main" id="{A0F5A444-4E11-415D-98DE-00700A4B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24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0" name="period-val-1-0-2">
            <a:extLst xmlns:a="http://schemas.openxmlformats.org/drawingml/2006/main">
              <a:ext uri="{FF2B5EF4-FFF2-40B4-BE49-F238E27FC236}">
                <a16:creationId xmlns:a16="http://schemas.microsoft.com/office/drawing/2014/main" id="{E2F475FE-BC5B-4161-AAB9-C9A92BB4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9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34</a:t>
            </a:r>
          </a:p>
        </p:txBody>
      </p:sp>
      <p:sp>
        <p:nvSpPr>
          <p:cNvPr id="41" name="period-station-1-1">
            <a:extLst xmlns:a="http://schemas.openxmlformats.org/drawingml/2006/main">
              <a:ext uri="{FF2B5EF4-FFF2-40B4-BE49-F238E27FC236}">
                <a16:creationId xmlns:a16="http://schemas.microsoft.com/office/drawing/2014/main" id="{83520753-0811-4B6A-B52F-211250A6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909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2</a:t>
            </a:r>
          </a:p>
        </p:txBody>
      </p:sp>
      <p:sp>
        <p:nvSpPr>
          <p:cNvPr id="42" name="period-cell-1-1-0">
            <a:extLst xmlns:a="http://schemas.openxmlformats.org/drawingml/2006/main">
              <a:ext uri="{FF2B5EF4-FFF2-40B4-BE49-F238E27FC236}">
                <a16:creationId xmlns:a16="http://schemas.microsoft.com/office/drawing/2014/main" id="{A6E0ECB2-D5B7-469F-BD7B-6E2C369D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95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43" name="period-val-1-1-0">
            <a:extLst xmlns:a="http://schemas.openxmlformats.org/drawingml/2006/main">
              <a:ext uri="{FF2B5EF4-FFF2-40B4-BE49-F238E27FC236}">
                <a16:creationId xmlns:a16="http://schemas.microsoft.com/office/drawing/2014/main" id="{26140D4E-6455-4699-9814-DAF2827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35</a:t>
            </a:r>
          </a:p>
        </p:txBody>
      </p:sp>
      <p:sp>
        <p:nvSpPr>
          <p:cNvPr id="44" name="period-cell-1-1-1">
            <a:extLst xmlns:a="http://schemas.openxmlformats.org/drawingml/2006/main">
              <a:ext uri="{FF2B5EF4-FFF2-40B4-BE49-F238E27FC236}">
                <a16:creationId xmlns:a16="http://schemas.microsoft.com/office/drawing/2014/main" id="{3CC13921-DD95-4D52-B66A-7A8222FE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95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5" name="period-val-1-1-1">
            <a:extLst xmlns:a="http://schemas.openxmlformats.org/drawingml/2006/main">
              <a:ext uri="{FF2B5EF4-FFF2-40B4-BE49-F238E27FC236}">
                <a16:creationId xmlns:a16="http://schemas.microsoft.com/office/drawing/2014/main" id="{8C33C479-FB9D-455B-935B-D163F89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81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36</a:t>
            </a:r>
          </a:p>
        </p:txBody>
      </p:sp>
      <p:sp>
        <p:nvSpPr>
          <p:cNvPr id="46" name="period-cell-1-1-2">
            <a:extLst xmlns:a="http://schemas.openxmlformats.org/drawingml/2006/main">
              <a:ext uri="{FF2B5EF4-FFF2-40B4-BE49-F238E27FC236}">
                <a16:creationId xmlns:a16="http://schemas.microsoft.com/office/drawing/2014/main" id="{A6D9DA72-D785-4982-A462-773046CF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95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47" name="period-val-1-1-2">
            <a:extLst xmlns:a="http://schemas.openxmlformats.org/drawingml/2006/main">
              <a:ext uri="{FF2B5EF4-FFF2-40B4-BE49-F238E27FC236}">
                <a16:creationId xmlns:a16="http://schemas.microsoft.com/office/drawing/2014/main" id="{0E5E6837-2E49-4DCF-9DD6-68661E3B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81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37</a:t>
            </a:r>
          </a:p>
        </p:txBody>
      </p:sp>
      <p:sp>
        <p:nvSpPr>
          <p:cNvPr id="48" name="period-station-1-2">
            <a:extLst xmlns:a="http://schemas.openxmlformats.org/drawingml/2006/main">
              <a:ext uri="{FF2B5EF4-FFF2-40B4-BE49-F238E27FC236}">
                <a16:creationId xmlns:a16="http://schemas.microsoft.com/office/drawing/2014/main" id="{6CCB2228-0260-4738-9854-C1A8BC1D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624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3</a:t>
            </a:r>
          </a:p>
        </p:txBody>
      </p:sp>
      <p:sp>
        <p:nvSpPr>
          <p:cNvPr id="49" name="period-cell-1-2-0">
            <a:extLst xmlns:a="http://schemas.openxmlformats.org/drawingml/2006/main">
              <a:ext uri="{FF2B5EF4-FFF2-40B4-BE49-F238E27FC236}">
                <a16:creationId xmlns:a16="http://schemas.microsoft.com/office/drawing/2014/main" id="{86B70099-4EE1-4CBC-A10F-3FDF9E3F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67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0" name="period-val-1-2-0">
            <a:extLst xmlns:a="http://schemas.openxmlformats.org/drawingml/2006/main">
              <a:ext uri="{FF2B5EF4-FFF2-40B4-BE49-F238E27FC236}">
                <a16:creationId xmlns:a16="http://schemas.microsoft.com/office/drawing/2014/main" id="{3E41CAD3-D6AD-4A1C-BBEA-88EC505A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52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38</a:t>
            </a:r>
          </a:p>
        </p:txBody>
      </p:sp>
      <p:sp>
        <p:nvSpPr>
          <p:cNvPr id="51" name="period-cell-1-2-1">
            <a:extLst xmlns:a="http://schemas.openxmlformats.org/drawingml/2006/main">
              <a:ext uri="{FF2B5EF4-FFF2-40B4-BE49-F238E27FC236}">
                <a16:creationId xmlns:a16="http://schemas.microsoft.com/office/drawing/2014/main" id="{39CC830C-DC42-4860-BD83-7ABBF18D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67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52" name="period-val-1-2-1">
            <a:extLst xmlns:a="http://schemas.openxmlformats.org/drawingml/2006/main">
              <a:ext uri="{FF2B5EF4-FFF2-40B4-BE49-F238E27FC236}">
                <a16:creationId xmlns:a16="http://schemas.microsoft.com/office/drawing/2014/main" id="{4DDE3B57-DA73-4527-A4D9-3EC7577E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52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39</a:t>
            </a:r>
          </a:p>
        </p:txBody>
      </p:sp>
      <p:sp>
        <p:nvSpPr>
          <p:cNvPr id="53" name="period-cell-1-2-2">
            <a:extLst xmlns:a="http://schemas.openxmlformats.org/drawingml/2006/main">
              <a:ext uri="{FF2B5EF4-FFF2-40B4-BE49-F238E27FC236}">
                <a16:creationId xmlns:a16="http://schemas.microsoft.com/office/drawing/2014/main" id="{B032A44D-3FA8-4C93-9CDA-94710DF0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671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4" name="period-val-1-2-2">
            <a:extLst xmlns:a="http://schemas.openxmlformats.org/drawingml/2006/main">
              <a:ext uri="{FF2B5EF4-FFF2-40B4-BE49-F238E27FC236}">
                <a16:creationId xmlns:a16="http://schemas.microsoft.com/office/drawing/2014/main" id="{98037287-E6AA-44B3-95E4-3D11874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52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40</a:t>
            </a:r>
          </a:p>
        </p:txBody>
      </p:sp>
      <p:sp>
        <p:nvSpPr>
          <p:cNvPr id="55" name="period-station-1-3">
            <a:extLst xmlns:a="http://schemas.openxmlformats.org/drawingml/2006/main">
              <a:ext uri="{FF2B5EF4-FFF2-40B4-BE49-F238E27FC236}">
                <a16:creationId xmlns:a16="http://schemas.microsoft.com/office/drawing/2014/main" id="{3427E6E4-207C-4999-AC86-215119B3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339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4</a:t>
            </a:r>
          </a:p>
        </p:txBody>
      </p:sp>
      <p:sp>
        <p:nvSpPr>
          <p:cNvPr id="56" name="period-cell-1-3-0">
            <a:extLst xmlns:a="http://schemas.openxmlformats.org/drawingml/2006/main">
              <a:ext uri="{FF2B5EF4-FFF2-40B4-BE49-F238E27FC236}">
                <a16:creationId xmlns:a16="http://schemas.microsoft.com/office/drawing/2014/main" id="{0BAD8D44-3B9A-49E7-B8F3-62F34D7F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38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57" name="period-val-1-3-0">
            <a:extLst xmlns:a="http://schemas.openxmlformats.org/drawingml/2006/main">
              <a:ext uri="{FF2B5EF4-FFF2-40B4-BE49-F238E27FC236}">
                <a16:creationId xmlns:a16="http://schemas.microsoft.com/office/drawing/2014/main" id="{8FC5B88D-9226-4E03-9FF1-3EB440B6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41</a:t>
            </a:r>
          </a:p>
        </p:txBody>
      </p:sp>
      <p:sp>
        <p:nvSpPr>
          <p:cNvPr id="58" name="period-cell-1-3-1">
            <a:extLst xmlns:a="http://schemas.openxmlformats.org/drawingml/2006/main">
              <a:ext uri="{FF2B5EF4-FFF2-40B4-BE49-F238E27FC236}">
                <a16:creationId xmlns:a16="http://schemas.microsoft.com/office/drawing/2014/main" id="{F5C39791-136E-435A-9E7F-2E435F5A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38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9" name="period-val-1-3-1">
            <a:extLst xmlns:a="http://schemas.openxmlformats.org/drawingml/2006/main">
              <a:ext uri="{FF2B5EF4-FFF2-40B4-BE49-F238E27FC236}">
                <a16:creationId xmlns:a16="http://schemas.microsoft.com/office/drawing/2014/main" id="{9EFBED22-D9CF-48AF-AD51-67F3E0D5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24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42</a:t>
            </a:r>
          </a:p>
        </p:txBody>
      </p:sp>
      <p:sp>
        <p:nvSpPr>
          <p:cNvPr id="60" name="period-cell-1-3-2">
            <a:extLst xmlns:a="http://schemas.openxmlformats.org/drawingml/2006/main">
              <a:ext uri="{FF2B5EF4-FFF2-40B4-BE49-F238E27FC236}">
                <a16:creationId xmlns:a16="http://schemas.microsoft.com/office/drawing/2014/main" id="{8B1CF460-2AFF-4FC0-B2ED-322CB3F1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38675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61" name="period-val-1-3-2">
            <a:extLst xmlns:a="http://schemas.openxmlformats.org/drawingml/2006/main">
              <a:ext uri="{FF2B5EF4-FFF2-40B4-BE49-F238E27FC236}">
                <a16:creationId xmlns:a16="http://schemas.microsoft.com/office/drawing/2014/main" id="{DBABDCF8-AF94-43E6-BFC7-03418CF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24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43</a:t>
            </a:r>
          </a:p>
        </p:txBody>
      </p:sp>
      <p:sp>
        <p:nvSpPr>
          <p:cNvPr id="62" name="3d-index">
            <a:extLst xmlns:a="http://schemas.openxmlformats.org/drawingml/2006/main">
              <a:ext uri="{FF2B5EF4-FFF2-40B4-BE49-F238E27FC236}">
                <a16:creationId xmlns:a16="http://schemas.microsoft.com/office/drawing/2014/main" id="{EB0D2F02-1AAE-4946-8572-A78681EE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911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data[periode, stasiun, hari]</a:t>
            </a:r>
          </a:p>
        </p:txBody>
      </p:sp>
      <p:sp>
        <p:nvSpPr>
          <p:cNvPr id="63" name="3d-note">
            <a:extLst xmlns:a="http://schemas.openxmlformats.org/drawingml/2006/main">
              <a:ext uri="{FF2B5EF4-FFF2-40B4-BE49-F238E27FC236}">
                <a16:creationId xmlns:a16="http://schemas.microsoft.com/office/drawing/2014/main" id="{777C6EA6-C1FD-4F63-B5DE-1481242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57875"/>
            <a:ext cx="571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ndim = 3    shape = (2, 4, 3)    size = 24</a:t>
            </a:r>
          </a:p>
        </p:txBody>
      </p:sp>
    </p:spTree>
    <p:extLst>
      <p:ext uri="{BB962C8B-B14F-4D97-AF65-F5344CB8AC3E}">
        <p14:creationId xmlns:p14="http://schemas.microsoft.com/office/powerpoint/2010/main" val="11649129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3C5E26-0A6D-4C6B-A9E9-9458DF52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Indexing dan slicing array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1AE956-3890-4EE7-8883-2E2B38C1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 baris dan kolom dengan satu indeks untuk setiap dimensi.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FB80B7D-C9C6-4215-888D-2F01243E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lice-row-axis">
            <a:extLst xmlns:a="http://schemas.openxmlformats.org/drawingml/2006/main">
              <a:ext uri="{FF2B5EF4-FFF2-40B4-BE49-F238E27FC236}">
                <a16:creationId xmlns:a16="http://schemas.microsoft.com/office/drawing/2014/main" id="{C739105A-C560-4537-B678-6C29CF35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kolom:     0        1        2</a:t>
            </a:r>
          </a:p>
        </p:txBody>
      </p:sp>
      <p:sp>
        <p:nvSpPr>
          <p:cNvPr id="5" name="slice-row-0">
            <a:extLst xmlns:a="http://schemas.openxmlformats.org/drawingml/2006/main">
              <a:ext uri="{FF2B5EF4-FFF2-40B4-BE49-F238E27FC236}">
                <a16:creationId xmlns:a16="http://schemas.microsoft.com/office/drawing/2014/main" id="{D367B5DC-0505-4D92-8043-CD3C1861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0</a:t>
            </a:r>
          </a:p>
        </p:txBody>
      </p:sp>
      <p:sp>
        <p:nvSpPr>
          <p:cNvPr id="6" name="slice-cell-0-0">
            <a:extLst xmlns:a="http://schemas.openxmlformats.org/drawingml/2006/main">
              <a:ext uri="{FF2B5EF4-FFF2-40B4-BE49-F238E27FC236}">
                <a16:creationId xmlns:a16="http://schemas.microsoft.com/office/drawing/2014/main" id="{0046839D-BD66-437B-B9BC-F71D636A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479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slice-value-0-0">
            <a:extLst xmlns:a="http://schemas.openxmlformats.org/drawingml/2006/main">
              <a:ext uri="{FF2B5EF4-FFF2-40B4-BE49-F238E27FC236}">
                <a16:creationId xmlns:a16="http://schemas.microsoft.com/office/drawing/2014/main" id="{1DB129F8-36C5-46DA-868B-241EC1F1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72</a:t>
            </a:r>
          </a:p>
        </p:txBody>
      </p:sp>
      <p:sp>
        <p:nvSpPr>
          <p:cNvPr id="8" name="slice-cell-0-1">
            <a:extLst xmlns:a="http://schemas.openxmlformats.org/drawingml/2006/main">
              <a:ext uri="{FF2B5EF4-FFF2-40B4-BE49-F238E27FC236}">
                <a16:creationId xmlns:a16="http://schemas.microsoft.com/office/drawing/2014/main" id="{7FBA2D34-A488-412B-BC1E-9F6ACE5C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479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9" name="slice-value-0-1">
            <a:extLst xmlns:a="http://schemas.openxmlformats.org/drawingml/2006/main">
              <a:ext uri="{FF2B5EF4-FFF2-40B4-BE49-F238E27FC236}">
                <a16:creationId xmlns:a16="http://schemas.microsoft.com/office/drawing/2014/main" id="{D49825A6-67F3-437E-963D-65F1BC2A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527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85</a:t>
            </a:r>
          </a:p>
        </p:txBody>
      </p:sp>
      <p:sp>
        <p:nvSpPr>
          <p:cNvPr id="10" name="slice-cell-0-2">
            <a:extLst xmlns:a="http://schemas.openxmlformats.org/drawingml/2006/main">
              <a:ext uri="{FF2B5EF4-FFF2-40B4-BE49-F238E27FC236}">
                <a16:creationId xmlns:a16="http://schemas.microsoft.com/office/drawing/2014/main" id="{E94B4DC7-5836-43B6-8EFB-21F9E9F5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1" name="slice-value-0-2">
            <a:extLst xmlns:a="http://schemas.openxmlformats.org/drawingml/2006/main">
              <a:ext uri="{FF2B5EF4-FFF2-40B4-BE49-F238E27FC236}">
                <a16:creationId xmlns:a16="http://schemas.microsoft.com/office/drawing/2014/main" id="{B375CF4B-4D6D-47B1-9675-E36F7BB2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90</a:t>
            </a:r>
          </a:p>
        </p:txBody>
      </p:sp>
      <p:sp>
        <p:nvSpPr>
          <p:cNvPr id="12" name="slice-row-1">
            <a:extLst xmlns:a="http://schemas.openxmlformats.org/drawingml/2006/main">
              <a:ext uri="{FF2B5EF4-FFF2-40B4-BE49-F238E27FC236}">
                <a16:creationId xmlns:a16="http://schemas.microsoft.com/office/drawing/2014/main" id="{943106FF-D423-4739-A6AC-97F43726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1</a:t>
            </a:r>
          </a:p>
        </p:txBody>
      </p:sp>
      <p:sp>
        <p:nvSpPr>
          <p:cNvPr id="13" name="slice-cell-1-0">
            <a:extLst xmlns:a="http://schemas.openxmlformats.org/drawingml/2006/main">
              <a:ext uri="{FF2B5EF4-FFF2-40B4-BE49-F238E27FC236}">
                <a16:creationId xmlns:a16="http://schemas.microsoft.com/office/drawing/2014/main" id="{E9DA042F-8DD9-40EC-8C98-DE17B252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956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4" name="slice-value-1-0">
            <a:extLst xmlns:a="http://schemas.openxmlformats.org/drawingml/2006/main">
              <a:ext uri="{FF2B5EF4-FFF2-40B4-BE49-F238E27FC236}">
                <a16:creationId xmlns:a16="http://schemas.microsoft.com/office/drawing/2014/main" id="{CE345FC4-2FDE-4C98-B1E7-67A46453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04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82</a:t>
            </a:r>
          </a:p>
        </p:txBody>
      </p:sp>
      <p:sp>
        <p:nvSpPr>
          <p:cNvPr id="15" name="slice-cell-1-1">
            <a:extLst xmlns:a="http://schemas.openxmlformats.org/drawingml/2006/main">
              <a:ext uri="{FF2B5EF4-FFF2-40B4-BE49-F238E27FC236}">
                <a16:creationId xmlns:a16="http://schemas.microsoft.com/office/drawing/2014/main" id="{0E1B783E-8DB7-4F12-8B3B-C9FFE9F6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956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6" name="slice-value-1-1">
            <a:extLst xmlns:a="http://schemas.openxmlformats.org/drawingml/2006/main">
              <a:ext uri="{FF2B5EF4-FFF2-40B4-BE49-F238E27FC236}">
                <a16:creationId xmlns:a16="http://schemas.microsoft.com/office/drawing/2014/main" id="{A3161625-3975-4858-9DB4-4AF9A54E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004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76</a:t>
            </a:r>
          </a:p>
        </p:txBody>
      </p:sp>
      <p:sp>
        <p:nvSpPr>
          <p:cNvPr id="17" name="slice-cell-1-2">
            <a:extLst xmlns:a="http://schemas.openxmlformats.org/drawingml/2006/main">
              <a:ext uri="{FF2B5EF4-FFF2-40B4-BE49-F238E27FC236}">
                <a16:creationId xmlns:a16="http://schemas.microsoft.com/office/drawing/2014/main" id="{DC82AC49-F803-40CF-9AE3-AB65F9EE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956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8" name="slice-value-1-2">
            <a:extLst xmlns:a="http://schemas.openxmlformats.org/drawingml/2006/main">
              <a:ext uri="{FF2B5EF4-FFF2-40B4-BE49-F238E27FC236}">
                <a16:creationId xmlns:a16="http://schemas.microsoft.com/office/drawing/2014/main" id="{518D4161-7ABF-46C3-A91D-8CFDD356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004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88</a:t>
            </a:r>
          </a:p>
        </p:txBody>
      </p:sp>
      <p:sp>
        <p:nvSpPr>
          <p:cNvPr id="19" name="slice-row-2">
            <a:extLst xmlns:a="http://schemas.openxmlformats.org/drawingml/2006/main">
              <a:ext uri="{FF2B5EF4-FFF2-40B4-BE49-F238E27FC236}">
                <a16:creationId xmlns:a16="http://schemas.microsoft.com/office/drawing/2014/main" id="{FC584E2B-D4B3-45FB-9287-06763F31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576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2</a:t>
            </a:r>
          </a:p>
        </p:txBody>
      </p:sp>
      <p:sp>
        <p:nvSpPr>
          <p:cNvPr id="20" name="slice-cell-2-0">
            <a:extLst xmlns:a="http://schemas.openxmlformats.org/drawingml/2006/main">
              <a:ext uri="{FF2B5EF4-FFF2-40B4-BE49-F238E27FC236}">
                <a16:creationId xmlns:a16="http://schemas.microsoft.com/office/drawing/2014/main" id="{82755AD0-06DF-43A0-9FFB-A8E1D01B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433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1" name="slice-value-2-0">
            <a:extLst xmlns:a="http://schemas.openxmlformats.org/drawingml/2006/main">
              <a:ext uri="{FF2B5EF4-FFF2-40B4-BE49-F238E27FC236}">
                <a16:creationId xmlns:a16="http://schemas.microsoft.com/office/drawing/2014/main" id="{B682B972-CA1C-40BC-B4D8-63F35ACC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481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91</a:t>
            </a:r>
          </a:p>
        </p:txBody>
      </p:sp>
      <p:sp>
        <p:nvSpPr>
          <p:cNvPr id="22" name="slice-cell-2-1">
            <a:extLst xmlns:a="http://schemas.openxmlformats.org/drawingml/2006/main">
              <a:ext uri="{FF2B5EF4-FFF2-40B4-BE49-F238E27FC236}">
                <a16:creationId xmlns:a16="http://schemas.microsoft.com/office/drawing/2014/main" id="{18F56D9B-5A1F-4C9E-B8C6-4A46136D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433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3" name="slice-value-2-1">
            <a:extLst xmlns:a="http://schemas.openxmlformats.org/drawingml/2006/main">
              <a:ext uri="{FF2B5EF4-FFF2-40B4-BE49-F238E27FC236}">
                <a16:creationId xmlns:a16="http://schemas.microsoft.com/office/drawing/2014/main" id="{5E7B1CFF-8166-415C-BC33-C0D105E6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481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84</a:t>
            </a:r>
          </a:p>
        </p:txBody>
      </p:sp>
      <p:sp>
        <p:nvSpPr>
          <p:cNvPr id="24" name="slice-cell-2-2">
            <a:extLst xmlns:a="http://schemas.openxmlformats.org/drawingml/2006/main">
              <a:ext uri="{FF2B5EF4-FFF2-40B4-BE49-F238E27FC236}">
                <a16:creationId xmlns:a16="http://schemas.microsoft.com/office/drawing/2014/main" id="{7BDE0559-7A95-449A-B314-0E057566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433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5" name="slice-value-2-2">
            <a:extLst xmlns:a="http://schemas.openxmlformats.org/drawingml/2006/main">
              <a:ext uri="{FF2B5EF4-FFF2-40B4-BE49-F238E27FC236}">
                <a16:creationId xmlns:a16="http://schemas.microsoft.com/office/drawing/2014/main" id="{64A26383-CB99-4688-BBAA-FA9D0502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481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79</a:t>
            </a:r>
          </a:p>
        </p:txBody>
      </p:sp>
      <p:sp>
        <p:nvSpPr>
          <p:cNvPr id="26" name="slice-row-3">
            <a:extLst xmlns:a="http://schemas.openxmlformats.org/drawingml/2006/main">
              <a:ext uri="{FF2B5EF4-FFF2-40B4-BE49-F238E27FC236}">
                <a16:creationId xmlns:a16="http://schemas.microsoft.com/office/drawing/2014/main" id="{030D57FC-5497-46F5-A9D8-BC9B5808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053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3</a:t>
            </a:r>
          </a:p>
        </p:txBody>
      </p:sp>
      <p:sp>
        <p:nvSpPr>
          <p:cNvPr id="27" name="slice-cell-3-0">
            <a:extLst xmlns:a="http://schemas.openxmlformats.org/drawingml/2006/main">
              <a:ext uri="{FF2B5EF4-FFF2-40B4-BE49-F238E27FC236}">
                <a16:creationId xmlns:a16="http://schemas.microsoft.com/office/drawing/2014/main" id="{2EC77E2D-41F4-4166-80D5-0B459147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910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8" name="slice-value-3-0">
            <a:extLst xmlns:a="http://schemas.openxmlformats.org/drawingml/2006/main">
              <a:ext uri="{FF2B5EF4-FFF2-40B4-BE49-F238E27FC236}">
                <a16:creationId xmlns:a16="http://schemas.microsoft.com/office/drawing/2014/main" id="{852158A0-27E5-4D40-B603-C9FCA43F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65</a:t>
            </a:r>
          </a:p>
        </p:txBody>
      </p:sp>
      <p:sp>
        <p:nvSpPr>
          <p:cNvPr id="29" name="slice-cell-3-1">
            <a:extLst xmlns:a="http://schemas.openxmlformats.org/drawingml/2006/main">
              <a:ext uri="{FF2B5EF4-FFF2-40B4-BE49-F238E27FC236}">
                <a16:creationId xmlns:a16="http://schemas.microsoft.com/office/drawing/2014/main" id="{C197A054-FEE6-4D6E-BE2D-9D397353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910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30" name="slice-value-3-1">
            <a:extLst xmlns:a="http://schemas.openxmlformats.org/drawingml/2006/main">
              <a:ext uri="{FF2B5EF4-FFF2-40B4-BE49-F238E27FC236}">
                <a16:creationId xmlns:a16="http://schemas.microsoft.com/office/drawing/2014/main" id="{FE812E6B-C0B4-426A-B0A9-6BCF2EA9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958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93</a:t>
            </a:r>
          </a:p>
        </p:txBody>
      </p:sp>
      <p:sp>
        <p:nvSpPr>
          <p:cNvPr id="31" name="slice-cell-3-2">
            <a:extLst xmlns:a="http://schemas.openxmlformats.org/drawingml/2006/main">
              <a:ext uri="{FF2B5EF4-FFF2-40B4-BE49-F238E27FC236}">
                <a16:creationId xmlns:a16="http://schemas.microsoft.com/office/drawing/2014/main" id="{3A84EA3D-3DD9-4819-B7AE-A815D03C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91075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2" name="slice-value-3-2">
            <a:extLst xmlns:a="http://schemas.openxmlformats.org/drawingml/2006/main">
              <a:ext uri="{FF2B5EF4-FFF2-40B4-BE49-F238E27FC236}">
                <a16:creationId xmlns:a16="http://schemas.microsoft.com/office/drawing/2014/main" id="{90745D9D-689F-499D-92E9-8D48E3C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958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87</a:t>
            </a:r>
          </a:p>
        </p:txBody>
      </p:sp>
      <p:sp>
        <p:nvSpPr>
          <p:cNvPr id="33" name="slice-exprs-bg">
            <a:extLst xmlns:a="http://schemas.openxmlformats.org/drawingml/2006/main">
              <a:ext uri="{FF2B5EF4-FFF2-40B4-BE49-F238E27FC236}">
                <a16:creationId xmlns:a16="http://schemas.microsoft.com/office/drawing/2014/main" id="{6BBDAD90-6202-47FA-B6B0-96403AF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24200"/>
            <a:ext cx="3524250" cy="196215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4" name="slice-exprs-text">
            <a:extLst xmlns:a="http://schemas.openxmlformats.org/drawingml/2006/main">
              <a:ext uri="{FF2B5EF4-FFF2-40B4-BE49-F238E27FC236}">
                <a16:creationId xmlns:a16="http://schemas.microsoft.com/office/drawing/2014/main" id="{7BEB8520-8542-49AD-8A57-D72AAC86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33750"/>
            <a:ext cx="3048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data[0, 1]     # 85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data[:, 1]     # kolom 1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data[1:3, :]  # baris 1 dan 2</a:t>
            </a:r>
          </a:p>
        </p:txBody>
      </p:sp>
      <p:sp>
        <p:nvSpPr>
          <p:cNvPr id="35" name="slice-stop">
            <a:extLst xmlns:a="http://schemas.openxmlformats.org/drawingml/2006/main">
              <a:ext uri="{FF2B5EF4-FFF2-40B4-BE49-F238E27FC236}">
                <a16:creationId xmlns:a16="http://schemas.microsoft.com/office/drawing/2014/main" id="{5C0A5724-F4EC-4397-9CD2-E775F75E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91200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Batas akhir slicing tidak ikut diambil.</a:t>
            </a:r>
          </a:p>
        </p:txBody>
      </p:sp>
    </p:spTree>
    <p:extLst>
      <p:ext uri="{BB962C8B-B14F-4D97-AF65-F5344CB8AC3E}">
        <p14:creationId xmlns:p14="http://schemas.microsoft.com/office/powerpoint/2010/main" val="13284162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B5F161-522F-4D58-862C-4BF7FC13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reshape dan transpose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B3D157-4798-441A-B3BD-BF89D6FB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reshape mengubah susunan. transpose menukar baris dan kolom.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AB82DDD-34E7-4BB8-9F77-705F3B27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reshape-a">
            <a:extLst xmlns:a="http://schemas.openxmlformats.org/drawingml/2006/main">
              <a:ext uri="{FF2B5EF4-FFF2-40B4-BE49-F238E27FC236}">
                <a16:creationId xmlns:a16="http://schemas.microsoft.com/office/drawing/2014/main" id="{BFE8C3B4-04FB-40CC-A4A1-424A72F0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8" y="2557463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12 nilai</a:t>
            </a:r>
          </a:p>
        </p:txBody>
      </p:sp>
      <p:sp>
        <p:nvSpPr>
          <p:cNvPr id="5" name="reshape-flat-0">
            <a:extLst xmlns:a="http://schemas.openxmlformats.org/drawingml/2006/main">
              <a:ext uri="{FF2B5EF4-FFF2-40B4-BE49-F238E27FC236}">
                <a16:creationId xmlns:a16="http://schemas.microsoft.com/office/drawing/2014/main" id="{717BF872-F51F-43EA-8AC3-769F23C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3" y="306228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" name="reshape-flat-t-0">
            <a:extLst xmlns:a="http://schemas.openxmlformats.org/drawingml/2006/main">
              <a:ext uri="{FF2B5EF4-FFF2-40B4-BE49-F238E27FC236}">
                <a16:creationId xmlns:a16="http://schemas.microsoft.com/office/drawing/2014/main" id="{B6F7366B-288A-4BC5-B0E7-C95133E7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3" y="313848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7" name="reshape-flat-1">
            <a:extLst xmlns:a="http://schemas.openxmlformats.org/drawingml/2006/main">
              <a:ext uri="{FF2B5EF4-FFF2-40B4-BE49-F238E27FC236}">
                <a16:creationId xmlns:a16="http://schemas.microsoft.com/office/drawing/2014/main" id="{2FC15C95-E50C-4ED0-A4E1-A3EBECC8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306228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8" name="reshape-flat-t-1">
            <a:extLst xmlns:a="http://schemas.openxmlformats.org/drawingml/2006/main">
              <a:ext uri="{FF2B5EF4-FFF2-40B4-BE49-F238E27FC236}">
                <a16:creationId xmlns:a16="http://schemas.microsoft.com/office/drawing/2014/main" id="{69AF9C42-3F75-49A2-A569-4A1C58C3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313848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9" name="reshape-flat-2">
            <a:extLst xmlns:a="http://schemas.openxmlformats.org/drawingml/2006/main">
              <a:ext uri="{FF2B5EF4-FFF2-40B4-BE49-F238E27FC236}">
                <a16:creationId xmlns:a16="http://schemas.microsoft.com/office/drawing/2014/main" id="{DAD3A572-B86C-4EE1-B522-9012E183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63" y="306228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0" name="reshape-flat-t-2">
            <a:extLst xmlns:a="http://schemas.openxmlformats.org/drawingml/2006/main">
              <a:ext uri="{FF2B5EF4-FFF2-40B4-BE49-F238E27FC236}">
                <a16:creationId xmlns:a16="http://schemas.microsoft.com/office/drawing/2014/main" id="{BA4C4CD6-CD24-47B7-8318-09370529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63" y="313848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11" name="reshape-flat-3">
            <a:extLst xmlns:a="http://schemas.openxmlformats.org/drawingml/2006/main">
              <a:ext uri="{FF2B5EF4-FFF2-40B4-BE49-F238E27FC236}">
                <a16:creationId xmlns:a16="http://schemas.microsoft.com/office/drawing/2014/main" id="{96EF8006-5421-4D78-8BF6-606062F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513" y="306228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2" name="reshape-flat-t-3">
            <a:extLst xmlns:a="http://schemas.openxmlformats.org/drawingml/2006/main">
              <a:ext uri="{FF2B5EF4-FFF2-40B4-BE49-F238E27FC236}">
                <a16:creationId xmlns:a16="http://schemas.microsoft.com/office/drawing/2014/main" id="{9381FC3D-75CA-4E01-8CF7-75F83536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513" y="313848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13" name="reshape-flat-4">
            <a:extLst xmlns:a="http://schemas.openxmlformats.org/drawingml/2006/main">
              <a:ext uri="{FF2B5EF4-FFF2-40B4-BE49-F238E27FC236}">
                <a16:creationId xmlns:a16="http://schemas.microsoft.com/office/drawing/2014/main" id="{FF6E3986-8C69-489C-89A2-4BACE079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06228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4" name="reshape-flat-t-4">
            <a:extLst xmlns:a="http://schemas.openxmlformats.org/drawingml/2006/main">
              <a:ext uri="{FF2B5EF4-FFF2-40B4-BE49-F238E27FC236}">
                <a16:creationId xmlns:a16="http://schemas.microsoft.com/office/drawing/2014/main" id="{5B53C991-F15E-40CE-A7E9-7A3063D3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13848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15" name="reshape-flat-5">
            <a:extLst xmlns:a="http://schemas.openxmlformats.org/drawingml/2006/main">
              <a:ext uri="{FF2B5EF4-FFF2-40B4-BE49-F238E27FC236}">
                <a16:creationId xmlns:a16="http://schemas.microsoft.com/office/drawing/2014/main" id="{B544F845-23D6-4B37-9051-04AC952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306228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6" name="reshape-flat-t-5">
            <a:extLst xmlns:a="http://schemas.openxmlformats.org/drawingml/2006/main">
              <a:ext uri="{FF2B5EF4-FFF2-40B4-BE49-F238E27FC236}">
                <a16:creationId xmlns:a16="http://schemas.microsoft.com/office/drawing/2014/main" id="{3C0A86F7-F0FC-4D23-A055-F83DBAF7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313848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17" name="reshape-flat-6">
            <a:extLst xmlns:a="http://schemas.openxmlformats.org/drawingml/2006/main">
              <a:ext uri="{FF2B5EF4-FFF2-40B4-BE49-F238E27FC236}">
                <a16:creationId xmlns:a16="http://schemas.microsoft.com/office/drawing/2014/main" id="{18466204-6D3A-4212-83FF-1641D852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3" y="361473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8" name="reshape-flat-t-6">
            <a:extLst xmlns:a="http://schemas.openxmlformats.org/drawingml/2006/main">
              <a:ext uri="{FF2B5EF4-FFF2-40B4-BE49-F238E27FC236}">
                <a16:creationId xmlns:a16="http://schemas.microsoft.com/office/drawing/2014/main" id="{09D0199F-C7B6-4FB2-9569-13E66CEE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3" y="369093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19" name="reshape-flat-7">
            <a:extLst xmlns:a="http://schemas.openxmlformats.org/drawingml/2006/main">
              <a:ext uri="{FF2B5EF4-FFF2-40B4-BE49-F238E27FC236}">
                <a16:creationId xmlns:a16="http://schemas.microsoft.com/office/drawing/2014/main" id="{8AF3AB35-7FFD-4E41-96D1-3BE58E9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361473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0" name="reshape-flat-t-7">
            <a:extLst xmlns:a="http://schemas.openxmlformats.org/drawingml/2006/main">
              <a:ext uri="{FF2B5EF4-FFF2-40B4-BE49-F238E27FC236}">
                <a16:creationId xmlns:a16="http://schemas.microsoft.com/office/drawing/2014/main" id="{768952B3-5D86-4D27-B8EA-7D4D0F1F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369093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21" name="reshape-flat-8">
            <a:extLst xmlns:a="http://schemas.openxmlformats.org/drawingml/2006/main">
              <a:ext uri="{FF2B5EF4-FFF2-40B4-BE49-F238E27FC236}">
                <a16:creationId xmlns:a16="http://schemas.microsoft.com/office/drawing/2014/main" id="{66910D9A-85F2-456E-BF86-70FB2E88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63" y="361473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2" name="reshape-flat-t-8">
            <a:extLst xmlns:a="http://schemas.openxmlformats.org/drawingml/2006/main">
              <a:ext uri="{FF2B5EF4-FFF2-40B4-BE49-F238E27FC236}">
                <a16:creationId xmlns:a16="http://schemas.microsoft.com/office/drawing/2014/main" id="{3B06C2D0-6891-4D98-97F0-2476BAEA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063" y="369093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23" name="reshape-flat-9">
            <a:extLst xmlns:a="http://schemas.openxmlformats.org/drawingml/2006/main">
              <a:ext uri="{FF2B5EF4-FFF2-40B4-BE49-F238E27FC236}">
                <a16:creationId xmlns:a16="http://schemas.microsoft.com/office/drawing/2014/main" id="{1A68F36E-CD8C-40A2-A632-F8FC2056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513" y="361473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4" name="reshape-flat-t-9">
            <a:extLst xmlns:a="http://schemas.openxmlformats.org/drawingml/2006/main">
              <a:ext uri="{FF2B5EF4-FFF2-40B4-BE49-F238E27FC236}">
                <a16:creationId xmlns:a16="http://schemas.microsoft.com/office/drawing/2014/main" id="{161CCA03-13C1-4599-A1F3-1D1D5EB9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513" y="369093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25" name="reshape-flat-10">
            <a:extLst xmlns:a="http://schemas.openxmlformats.org/drawingml/2006/main">
              <a:ext uri="{FF2B5EF4-FFF2-40B4-BE49-F238E27FC236}">
                <a16:creationId xmlns:a16="http://schemas.microsoft.com/office/drawing/2014/main" id="{D2247CFD-967A-4F22-9095-16B03FBA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61473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6" name="reshape-flat-t-10">
            <a:extLst xmlns:a="http://schemas.openxmlformats.org/drawingml/2006/main">
              <a:ext uri="{FF2B5EF4-FFF2-40B4-BE49-F238E27FC236}">
                <a16:creationId xmlns:a16="http://schemas.microsoft.com/office/drawing/2014/main" id="{53526D4A-2119-43D9-82DE-986240F0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69093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</a:t>
            </a:r>
          </a:p>
        </p:txBody>
      </p:sp>
      <p:sp>
        <p:nvSpPr>
          <p:cNvPr id="27" name="reshape-flat-11">
            <a:extLst xmlns:a="http://schemas.openxmlformats.org/drawingml/2006/main">
              <a:ext uri="{FF2B5EF4-FFF2-40B4-BE49-F238E27FC236}">
                <a16:creationId xmlns:a16="http://schemas.microsoft.com/office/drawing/2014/main" id="{581AB7EE-AAEB-46BF-B16E-AA28B0A2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3614738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8" name="reshape-flat-t-11">
            <a:extLst xmlns:a="http://schemas.openxmlformats.org/drawingml/2006/main">
              <a:ext uri="{FF2B5EF4-FFF2-40B4-BE49-F238E27FC236}">
                <a16:creationId xmlns:a16="http://schemas.microsoft.com/office/drawing/2014/main" id="{802CF247-C915-4997-A3D9-2C2DAFEC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3690938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29" name="reshape-b">
            <a:extLst xmlns:a="http://schemas.openxmlformats.org/drawingml/2006/main">
              <a:ext uri="{FF2B5EF4-FFF2-40B4-BE49-F238E27FC236}">
                <a16:creationId xmlns:a16="http://schemas.microsoft.com/office/drawing/2014/main" id="{1B4D0C4D-3687-4EC4-B1A0-2C85E6DA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2557463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shape (4, 3)</a:t>
            </a:r>
          </a:p>
        </p:txBody>
      </p:sp>
      <p:sp>
        <p:nvSpPr>
          <p:cNvPr id="30" name="reshape-m-0-0">
            <a:extLst xmlns:a="http://schemas.openxmlformats.org/drawingml/2006/main">
              <a:ext uri="{FF2B5EF4-FFF2-40B4-BE49-F238E27FC236}">
                <a16:creationId xmlns:a16="http://schemas.microsoft.com/office/drawing/2014/main" id="{2C4B0482-3AE0-4517-AD81-B1E503B4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30527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1" name="reshape-m-val-0-0">
            <a:extLst xmlns:a="http://schemas.openxmlformats.org/drawingml/2006/main">
              <a:ext uri="{FF2B5EF4-FFF2-40B4-BE49-F238E27FC236}">
                <a16:creationId xmlns:a16="http://schemas.microsoft.com/office/drawing/2014/main" id="{E35A8489-B196-4C30-B6D2-53744D9E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31289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32" name="reshape-m-0-1">
            <a:extLst xmlns:a="http://schemas.openxmlformats.org/drawingml/2006/main">
              <a:ext uri="{FF2B5EF4-FFF2-40B4-BE49-F238E27FC236}">
                <a16:creationId xmlns:a16="http://schemas.microsoft.com/office/drawing/2014/main" id="{B433B54D-675E-4CB7-BE7E-D34D736A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30527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3" name="reshape-m-val-0-1">
            <a:extLst xmlns:a="http://schemas.openxmlformats.org/drawingml/2006/main">
              <a:ext uri="{FF2B5EF4-FFF2-40B4-BE49-F238E27FC236}">
                <a16:creationId xmlns:a16="http://schemas.microsoft.com/office/drawing/2014/main" id="{0939A556-D72F-4C79-9018-983305C8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31289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34" name="reshape-m-0-2">
            <a:extLst xmlns:a="http://schemas.openxmlformats.org/drawingml/2006/main">
              <a:ext uri="{FF2B5EF4-FFF2-40B4-BE49-F238E27FC236}">
                <a16:creationId xmlns:a16="http://schemas.microsoft.com/office/drawing/2014/main" id="{B4671449-00AE-44D6-B2D6-1F66FE96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30527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5" name="reshape-m-val-0-2">
            <a:extLst xmlns:a="http://schemas.openxmlformats.org/drawingml/2006/main">
              <a:ext uri="{FF2B5EF4-FFF2-40B4-BE49-F238E27FC236}">
                <a16:creationId xmlns:a16="http://schemas.microsoft.com/office/drawing/2014/main" id="{B58CA175-D20D-463A-BFD6-D37885C5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31289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36" name="reshape-m-1-0">
            <a:extLst xmlns:a="http://schemas.openxmlformats.org/drawingml/2006/main">
              <a:ext uri="{FF2B5EF4-FFF2-40B4-BE49-F238E27FC236}">
                <a16:creationId xmlns:a16="http://schemas.microsoft.com/office/drawing/2014/main" id="{FFD1D63C-F323-44F3-AED9-5CBAA0CA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35480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7" name="reshape-m-val-1-0">
            <a:extLst xmlns:a="http://schemas.openxmlformats.org/drawingml/2006/main">
              <a:ext uri="{FF2B5EF4-FFF2-40B4-BE49-F238E27FC236}">
                <a16:creationId xmlns:a16="http://schemas.microsoft.com/office/drawing/2014/main" id="{7335BAFF-9903-4852-B7FB-0F0BF5C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36242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38" name="reshape-m-1-1">
            <a:extLst xmlns:a="http://schemas.openxmlformats.org/drawingml/2006/main">
              <a:ext uri="{FF2B5EF4-FFF2-40B4-BE49-F238E27FC236}">
                <a16:creationId xmlns:a16="http://schemas.microsoft.com/office/drawing/2014/main" id="{A872F092-1523-4592-A234-12823231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35480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9" name="reshape-m-val-1-1">
            <a:extLst xmlns:a="http://schemas.openxmlformats.org/drawingml/2006/main">
              <a:ext uri="{FF2B5EF4-FFF2-40B4-BE49-F238E27FC236}">
                <a16:creationId xmlns:a16="http://schemas.microsoft.com/office/drawing/2014/main" id="{5AEBE984-4C52-4703-AD29-46923C83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36242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40" name="reshape-m-1-2">
            <a:extLst xmlns:a="http://schemas.openxmlformats.org/drawingml/2006/main">
              <a:ext uri="{FF2B5EF4-FFF2-40B4-BE49-F238E27FC236}">
                <a16:creationId xmlns:a16="http://schemas.microsoft.com/office/drawing/2014/main" id="{25A8B13D-4446-45F3-A9F9-7C507A39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35480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1" name="reshape-m-val-1-2">
            <a:extLst xmlns:a="http://schemas.openxmlformats.org/drawingml/2006/main">
              <a:ext uri="{FF2B5EF4-FFF2-40B4-BE49-F238E27FC236}">
                <a16:creationId xmlns:a16="http://schemas.microsoft.com/office/drawing/2014/main" id="{A410CC76-433A-41B6-B731-676F2D9B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36242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42" name="reshape-m-2-0">
            <a:extLst xmlns:a="http://schemas.openxmlformats.org/drawingml/2006/main">
              <a:ext uri="{FF2B5EF4-FFF2-40B4-BE49-F238E27FC236}">
                <a16:creationId xmlns:a16="http://schemas.microsoft.com/office/drawing/2014/main" id="{802C5063-C044-4B1B-A6C5-7A5A457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40433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3" name="reshape-m-val-2-0">
            <a:extLst xmlns:a="http://schemas.openxmlformats.org/drawingml/2006/main">
              <a:ext uri="{FF2B5EF4-FFF2-40B4-BE49-F238E27FC236}">
                <a16:creationId xmlns:a16="http://schemas.microsoft.com/office/drawing/2014/main" id="{1FDF0271-7C3A-4220-89B8-D8F976ED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41195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44" name="reshape-m-2-1">
            <a:extLst xmlns:a="http://schemas.openxmlformats.org/drawingml/2006/main">
              <a:ext uri="{FF2B5EF4-FFF2-40B4-BE49-F238E27FC236}">
                <a16:creationId xmlns:a16="http://schemas.microsoft.com/office/drawing/2014/main" id="{5D3696EE-1878-49FE-9C10-C4197E84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40433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5" name="reshape-m-val-2-1">
            <a:extLst xmlns:a="http://schemas.openxmlformats.org/drawingml/2006/main">
              <a:ext uri="{FF2B5EF4-FFF2-40B4-BE49-F238E27FC236}">
                <a16:creationId xmlns:a16="http://schemas.microsoft.com/office/drawing/2014/main" id="{64664118-8207-4F0E-BEE1-FCE1DFF1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41195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46" name="reshape-m-2-2">
            <a:extLst xmlns:a="http://schemas.openxmlformats.org/drawingml/2006/main">
              <a:ext uri="{FF2B5EF4-FFF2-40B4-BE49-F238E27FC236}">
                <a16:creationId xmlns:a16="http://schemas.microsoft.com/office/drawing/2014/main" id="{8ED6F8ED-7F6B-42C4-BDC8-FFE55E09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40433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7" name="reshape-m-val-2-2">
            <a:extLst xmlns:a="http://schemas.openxmlformats.org/drawingml/2006/main">
              <a:ext uri="{FF2B5EF4-FFF2-40B4-BE49-F238E27FC236}">
                <a16:creationId xmlns:a16="http://schemas.microsoft.com/office/drawing/2014/main" id="{6641600B-9E6A-41F7-9757-5F3BA85A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41195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48" name="reshape-m-3-0">
            <a:extLst xmlns:a="http://schemas.openxmlformats.org/drawingml/2006/main">
              <a:ext uri="{FF2B5EF4-FFF2-40B4-BE49-F238E27FC236}">
                <a16:creationId xmlns:a16="http://schemas.microsoft.com/office/drawing/2014/main" id="{F229B937-5955-48EC-84E9-59664A94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45386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9" name="reshape-m-val-3-0">
            <a:extLst xmlns:a="http://schemas.openxmlformats.org/drawingml/2006/main">
              <a:ext uri="{FF2B5EF4-FFF2-40B4-BE49-F238E27FC236}">
                <a16:creationId xmlns:a16="http://schemas.microsoft.com/office/drawing/2014/main" id="{CE5CB6AD-1B28-4212-A5B0-80CC9D29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288" y="46148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50" name="reshape-m-3-1">
            <a:extLst xmlns:a="http://schemas.openxmlformats.org/drawingml/2006/main">
              <a:ext uri="{FF2B5EF4-FFF2-40B4-BE49-F238E27FC236}">
                <a16:creationId xmlns:a16="http://schemas.microsoft.com/office/drawing/2014/main" id="{A441123C-7A8E-4F5A-B6A1-323C35CB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45386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1" name="reshape-m-val-3-1">
            <a:extLst xmlns:a="http://schemas.openxmlformats.org/drawingml/2006/main">
              <a:ext uri="{FF2B5EF4-FFF2-40B4-BE49-F238E27FC236}">
                <a16:creationId xmlns:a16="http://schemas.microsoft.com/office/drawing/2014/main" id="{288C0903-3367-4899-8FC0-98D564E8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46148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</a:t>
            </a:r>
          </a:p>
        </p:txBody>
      </p:sp>
      <p:sp>
        <p:nvSpPr>
          <p:cNvPr id="52" name="reshape-m-3-2">
            <a:extLst xmlns:a="http://schemas.openxmlformats.org/drawingml/2006/main">
              <a:ext uri="{FF2B5EF4-FFF2-40B4-BE49-F238E27FC236}">
                <a16:creationId xmlns:a16="http://schemas.microsoft.com/office/drawing/2014/main" id="{5AA2AD21-F483-4F0E-8E5E-19E252DB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45386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3" name="reshape-m-val-3-2">
            <a:extLst xmlns:a="http://schemas.openxmlformats.org/drawingml/2006/main">
              <a:ext uri="{FF2B5EF4-FFF2-40B4-BE49-F238E27FC236}">
                <a16:creationId xmlns:a16="http://schemas.microsoft.com/office/drawing/2014/main" id="{B7B2952B-9960-4BF6-B41F-C8226214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638" y="46148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54" name="reshape-c">
            <a:extLst xmlns:a="http://schemas.openxmlformats.org/drawingml/2006/main">
              <a:ext uri="{FF2B5EF4-FFF2-40B4-BE49-F238E27FC236}">
                <a16:creationId xmlns:a16="http://schemas.microsoft.com/office/drawing/2014/main" id="{DAACFD36-AA59-48D6-8479-E7A90DCB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913" y="2557463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transpose (3, 4)</a:t>
            </a:r>
          </a:p>
        </p:txBody>
      </p:sp>
      <p:sp>
        <p:nvSpPr>
          <p:cNvPr id="55" name="transpose-m-0-0">
            <a:extLst xmlns:a="http://schemas.openxmlformats.org/drawingml/2006/main">
              <a:ext uri="{FF2B5EF4-FFF2-40B4-BE49-F238E27FC236}">
                <a16:creationId xmlns:a16="http://schemas.microsoft.com/office/drawing/2014/main" id="{E8426DE0-1EDA-45AC-907B-DFA14C1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0527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6" name="transpose-m-val-0-0">
            <a:extLst xmlns:a="http://schemas.openxmlformats.org/drawingml/2006/main">
              <a:ext uri="{FF2B5EF4-FFF2-40B4-BE49-F238E27FC236}">
                <a16:creationId xmlns:a16="http://schemas.microsoft.com/office/drawing/2014/main" id="{ECD47215-2FBB-483B-93FC-21E562DA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1289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57" name="transpose-m-0-1">
            <a:extLst xmlns:a="http://schemas.openxmlformats.org/drawingml/2006/main">
              <a:ext uri="{FF2B5EF4-FFF2-40B4-BE49-F238E27FC236}">
                <a16:creationId xmlns:a16="http://schemas.microsoft.com/office/drawing/2014/main" id="{B94900C3-4EA0-4F17-99B1-BBD0A7CE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30527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8" name="transpose-m-val-0-1">
            <a:extLst xmlns:a="http://schemas.openxmlformats.org/drawingml/2006/main">
              <a:ext uri="{FF2B5EF4-FFF2-40B4-BE49-F238E27FC236}">
                <a16:creationId xmlns:a16="http://schemas.microsoft.com/office/drawing/2014/main" id="{57E75D58-F674-4017-B84B-2E5B5352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31289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59" name="transpose-m-0-2">
            <a:extLst xmlns:a="http://schemas.openxmlformats.org/drawingml/2006/main">
              <a:ext uri="{FF2B5EF4-FFF2-40B4-BE49-F238E27FC236}">
                <a16:creationId xmlns:a16="http://schemas.microsoft.com/office/drawing/2014/main" id="{3044759B-5AC8-467C-A711-FB3447C3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30527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0" name="transpose-m-val-0-2">
            <a:extLst xmlns:a="http://schemas.openxmlformats.org/drawingml/2006/main">
              <a:ext uri="{FF2B5EF4-FFF2-40B4-BE49-F238E27FC236}">
                <a16:creationId xmlns:a16="http://schemas.microsoft.com/office/drawing/2014/main" id="{C30618CA-A7B7-4AA6-BC84-8DB93163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31289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61" name="transpose-m-0-3">
            <a:extLst xmlns:a="http://schemas.openxmlformats.org/drawingml/2006/main">
              <a:ext uri="{FF2B5EF4-FFF2-40B4-BE49-F238E27FC236}">
                <a16:creationId xmlns:a16="http://schemas.microsoft.com/office/drawing/2014/main" id="{00B824A1-7A4C-4619-BC41-7DA57D34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30527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2" name="transpose-m-val-0-3">
            <a:extLst xmlns:a="http://schemas.openxmlformats.org/drawingml/2006/main">
              <a:ext uri="{FF2B5EF4-FFF2-40B4-BE49-F238E27FC236}">
                <a16:creationId xmlns:a16="http://schemas.microsoft.com/office/drawing/2014/main" id="{D73E7E90-F179-4FEC-980B-C7C732AD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31289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63" name="transpose-m-1-0">
            <a:extLst xmlns:a="http://schemas.openxmlformats.org/drawingml/2006/main">
              <a:ext uri="{FF2B5EF4-FFF2-40B4-BE49-F238E27FC236}">
                <a16:creationId xmlns:a16="http://schemas.microsoft.com/office/drawing/2014/main" id="{2B08510C-0378-4EB5-A83D-DBE8EE31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5480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4" name="transpose-m-val-1-0">
            <a:extLst xmlns:a="http://schemas.openxmlformats.org/drawingml/2006/main">
              <a:ext uri="{FF2B5EF4-FFF2-40B4-BE49-F238E27FC236}">
                <a16:creationId xmlns:a16="http://schemas.microsoft.com/office/drawing/2014/main" id="{6CD88664-D74B-4325-96C7-B577CFEB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36242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65" name="transpose-m-1-1">
            <a:extLst xmlns:a="http://schemas.openxmlformats.org/drawingml/2006/main">
              <a:ext uri="{FF2B5EF4-FFF2-40B4-BE49-F238E27FC236}">
                <a16:creationId xmlns:a16="http://schemas.microsoft.com/office/drawing/2014/main" id="{5751C3D0-580A-4279-881F-9ABC4989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35480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6" name="transpose-m-val-1-1">
            <a:extLst xmlns:a="http://schemas.openxmlformats.org/drawingml/2006/main">
              <a:ext uri="{FF2B5EF4-FFF2-40B4-BE49-F238E27FC236}">
                <a16:creationId xmlns:a16="http://schemas.microsoft.com/office/drawing/2014/main" id="{843D3F02-2F81-4847-A903-35090F79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36242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67" name="transpose-m-1-2">
            <a:extLst xmlns:a="http://schemas.openxmlformats.org/drawingml/2006/main">
              <a:ext uri="{FF2B5EF4-FFF2-40B4-BE49-F238E27FC236}">
                <a16:creationId xmlns:a16="http://schemas.microsoft.com/office/drawing/2014/main" id="{07FF1329-8470-4DCF-8606-A4FC4664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35480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8" name="transpose-m-val-1-2">
            <a:extLst xmlns:a="http://schemas.openxmlformats.org/drawingml/2006/main">
              <a:ext uri="{FF2B5EF4-FFF2-40B4-BE49-F238E27FC236}">
                <a16:creationId xmlns:a16="http://schemas.microsoft.com/office/drawing/2014/main" id="{A1BB7196-3F38-4D39-8A5C-78A846A6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36242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69" name="transpose-m-1-3">
            <a:extLst xmlns:a="http://schemas.openxmlformats.org/drawingml/2006/main">
              <a:ext uri="{FF2B5EF4-FFF2-40B4-BE49-F238E27FC236}">
                <a16:creationId xmlns:a16="http://schemas.microsoft.com/office/drawing/2014/main" id="{45371D53-FA0A-4427-9FCD-2B8CB1DE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35480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0" name="transpose-m-val-1-3">
            <a:extLst xmlns:a="http://schemas.openxmlformats.org/drawingml/2006/main">
              <a:ext uri="{FF2B5EF4-FFF2-40B4-BE49-F238E27FC236}">
                <a16:creationId xmlns:a16="http://schemas.microsoft.com/office/drawing/2014/main" id="{B3CCE8D9-E771-4B03-971B-0BB46965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36242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</a:t>
            </a:r>
          </a:p>
        </p:txBody>
      </p:sp>
      <p:sp>
        <p:nvSpPr>
          <p:cNvPr id="71" name="transpose-m-2-0">
            <a:extLst xmlns:a="http://schemas.openxmlformats.org/drawingml/2006/main">
              <a:ext uri="{FF2B5EF4-FFF2-40B4-BE49-F238E27FC236}">
                <a16:creationId xmlns:a16="http://schemas.microsoft.com/office/drawing/2014/main" id="{2F6C9B6C-808D-4FCF-BF97-9C424B3A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40433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2" name="transpose-m-val-2-0">
            <a:extLst xmlns:a="http://schemas.openxmlformats.org/drawingml/2006/main">
              <a:ext uri="{FF2B5EF4-FFF2-40B4-BE49-F238E27FC236}">
                <a16:creationId xmlns:a16="http://schemas.microsoft.com/office/drawing/2014/main" id="{2099945B-68EF-49DA-BC10-82A019D9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8" y="41195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73" name="transpose-m-2-1">
            <a:extLst xmlns:a="http://schemas.openxmlformats.org/drawingml/2006/main">
              <a:ext uri="{FF2B5EF4-FFF2-40B4-BE49-F238E27FC236}">
                <a16:creationId xmlns:a16="http://schemas.microsoft.com/office/drawing/2014/main" id="{B6FAD3B7-3AD7-40DD-9EFE-A1F0FCC7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40433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4" name="transpose-m-val-2-1">
            <a:extLst xmlns:a="http://schemas.openxmlformats.org/drawingml/2006/main">
              <a:ext uri="{FF2B5EF4-FFF2-40B4-BE49-F238E27FC236}">
                <a16:creationId xmlns:a16="http://schemas.microsoft.com/office/drawing/2014/main" id="{E8A686EC-CE24-44C9-9689-ED8432F4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41195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75" name="transpose-m-2-2">
            <a:extLst xmlns:a="http://schemas.openxmlformats.org/drawingml/2006/main">
              <a:ext uri="{FF2B5EF4-FFF2-40B4-BE49-F238E27FC236}">
                <a16:creationId xmlns:a16="http://schemas.microsoft.com/office/drawing/2014/main" id="{5CDC4AFA-200E-456A-B73A-E3D0E989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0433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6" name="transpose-m-val-2-2">
            <a:extLst xmlns:a="http://schemas.openxmlformats.org/drawingml/2006/main">
              <a:ext uri="{FF2B5EF4-FFF2-40B4-BE49-F238E27FC236}">
                <a16:creationId xmlns:a16="http://schemas.microsoft.com/office/drawing/2014/main" id="{CE214154-9C44-45DB-8D9D-89DE81DF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1195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77" name="transpose-m-2-3">
            <a:extLst xmlns:a="http://schemas.openxmlformats.org/drawingml/2006/main">
              <a:ext uri="{FF2B5EF4-FFF2-40B4-BE49-F238E27FC236}">
                <a16:creationId xmlns:a16="http://schemas.microsoft.com/office/drawing/2014/main" id="{EA018E25-93AE-4865-AC17-9F9759AF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043363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8" name="transpose-m-val-2-3">
            <a:extLst xmlns:a="http://schemas.openxmlformats.org/drawingml/2006/main">
              <a:ext uri="{FF2B5EF4-FFF2-40B4-BE49-F238E27FC236}">
                <a16:creationId xmlns:a16="http://schemas.microsoft.com/office/drawing/2014/main" id="{7B32896C-2A9D-40FD-A2F3-8180A3B7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119563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79" name="reshape-rule">
            <a:extLst xmlns:a="http://schemas.openxmlformats.org/drawingml/2006/main">
              <a:ext uri="{FF2B5EF4-FFF2-40B4-BE49-F238E27FC236}">
                <a16:creationId xmlns:a16="http://schemas.microsoft.com/office/drawing/2014/main" id="{55B26AFF-3BCE-42D7-981A-20DF66B5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13" y="5595938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elemen tetap 12. Bentuknya berubah.</a:t>
            </a:r>
          </a:p>
        </p:txBody>
      </p:sp>
    </p:spTree>
    <p:extLst>
      <p:ext uri="{BB962C8B-B14F-4D97-AF65-F5344CB8AC3E}">
        <p14:creationId xmlns:p14="http://schemas.microsoft.com/office/powerpoint/2010/main" val="2173632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9F4921-2742-431F-A0EE-4FC554DF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Operasi vektor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AC7623-6D8B-469F-BD5D-6D13CC3D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Operasi NumPy diterapkan per elemen pada array.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C80FE6F-F75B-4DD6-B63D-22A3A30E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vector-head-bg">
            <a:extLst xmlns:a="http://schemas.openxmlformats.org/drawingml/2006/main">
              <a:ext uri="{FF2B5EF4-FFF2-40B4-BE49-F238E27FC236}">
                <a16:creationId xmlns:a16="http://schemas.microsoft.com/office/drawing/2014/main" id="{101CB352-0098-48BC-9157-3420CD6E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05075"/>
            <a:ext cx="81915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vector-r0-c0">
            <a:extLst xmlns:a="http://schemas.openxmlformats.org/drawingml/2006/main">
              <a:ext uri="{FF2B5EF4-FFF2-40B4-BE49-F238E27FC236}">
                <a16:creationId xmlns:a16="http://schemas.microsoft.com/office/drawing/2014/main" id="{F2A5D514-3C47-47B4-A67E-72DF60DB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6098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Produk</a:t>
            </a:r>
          </a:p>
        </p:txBody>
      </p:sp>
      <p:sp>
        <p:nvSpPr>
          <p:cNvPr id="6" name="vector-r0-c1">
            <a:extLst xmlns:a="http://schemas.openxmlformats.org/drawingml/2006/main">
              <a:ext uri="{FF2B5EF4-FFF2-40B4-BE49-F238E27FC236}">
                <a16:creationId xmlns:a16="http://schemas.microsoft.com/office/drawing/2014/main" id="{E3CB4A44-6149-4AF7-8D06-93F82A6F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0985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Terjual</a:t>
            </a:r>
          </a:p>
        </p:txBody>
      </p:sp>
      <p:sp>
        <p:nvSpPr>
          <p:cNvPr id="7" name="vector-v0-1">
            <a:extLst xmlns:a="http://schemas.openxmlformats.org/drawingml/2006/main">
              <a:ext uri="{FF2B5EF4-FFF2-40B4-BE49-F238E27FC236}">
                <a16:creationId xmlns:a16="http://schemas.microsoft.com/office/drawing/2014/main" id="{9A518FCC-17DC-4207-B179-22ADBCDA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575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vector-r0-c2">
            <a:extLst xmlns:a="http://schemas.openxmlformats.org/drawingml/2006/main">
              <a:ext uri="{FF2B5EF4-FFF2-40B4-BE49-F238E27FC236}">
                <a16:creationId xmlns:a16="http://schemas.microsoft.com/office/drawing/2014/main" id="{D7833EAA-A5C1-40A6-BF9E-4B8AE7A5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0985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Pendapatan</a:t>
            </a:r>
          </a:p>
        </p:txBody>
      </p:sp>
      <p:sp>
        <p:nvSpPr>
          <p:cNvPr id="9" name="vector-v0-2">
            <a:extLst xmlns:a="http://schemas.openxmlformats.org/drawingml/2006/main">
              <a:ext uri="{FF2B5EF4-FFF2-40B4-BE49-F238E27FC236}">
                <a16:creationId xmlns:a16="http://schemas.microsoft.com/office/drawing/2014/main" id="{A0D1805F-21B1-401C-8DDC-E545FE20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vector-r1-c0">
            <a:extLst xmlns:a="http://schemas.openxmlformats.org/drawingml/2006/main">
              <a:ext uri="{FF2B5EF4-FFF2-40B4-BE49-F238E27FC236}">
                <a16:creationId xmlns:a16="http://schemas.microsoft.com/office/drawing/2014/main" id="{ABE453FC-A115-4EF5-A06A-24357BD6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956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Pensil</a:t>
            </a:r>
          </a:p>
        </p:txBody>
      </p:sp>
      <p:sp>
        <p:nvSpPr>
          <p:cNvPr id="11" name="vector-r1-c1">
            <a:extLst xmlns:a="http://schemas.openxmlformats.org/drawingml/2006/main">
              <a:ext uri="{FF2B5EF4-FFF2-40B4-BE49-F238E27FC236}">
                <a16:creationId xmlns:a16="http://schemas.microsoft.com/office/drawing/2014/main" id="{02E73CE2-744C-4C9F-9E8C-48F77A0B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9565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 × 10</a:t>
            </a:r>
          </a:p>
        </p:txBody>
      </p:sp>
      <p:sp>
        <p:nvSpPr>
          <p:cNvPr id="12" name="vector-v1-1">
            <a:extLst xmlns:a="http://schemas.openxmlformats.org/drawingml/2006/main">
              <a:ext uri="{FF2B5EF4-FFF2-40B4-BE49-F238E27FC236}">
                <a16:creationId xmlns:a16="http://schemas.microsoft.com/office/drawing/2014/main" id="{E8EC93D1-AAAD-491C-A648-B974CF36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433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vector-r1-c2">
            <a:extLst xmlns:a="http://schemas.openxmlformats.org/drawingml/2006/main">
              <a:ext uri="{FF2B5EF4-FFF2-40B4-BE49-F238E27FC236}">
                <a16:creationId xmlns:a16="http://schemas.microsoft.com/office/drawing/2014/main" id="{2D3B74FB-F3D4-42DD-9AEE-E5D3EFFC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9565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14" name="vector-v1-2">
            <a:extLst xmlns:a="http://schemas.openxmlformats.org/drawingml/2006/main">
              <a:ext uri="{FF2B5EF4-FFF2-40B4-BE49-F238E27FC236}">
                <a16:creationId xmlns:a16="http://schemas.microsoft.com/office/drawing/2014/main" id="{B02DA4C4-E31D-49AB-8F90-4CE051A6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433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vector-h1">
            <a:extLst xmlns:a="http://schemas.openxmlformats.org/drawingml/2006/main">
              <a:ext uri="{FF2B5EF4-FFF2-40B4-BE49-F238E27FC236}">
                <a16:creationId xmlns:a16="http://schemas.microsoft.com/office/drawing/2014/main" id="{1C25A9EA-04D4-4152-8C6C-3A9E8EE9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052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vector-band-2">
            <a:extLst xmlns:a="http://schemas.openxmlformats.org/drawingml/2006/main">
              <a:ext uri="{FF2B5EF4-FFF2-40B4-BE49-F238E27FC236}">
                <a16:creationId xmlns:a16="http://schemas.microsoft.com/office/drawing/2014/main" id="{07F21021-20DB-4393-B226-30A4BAE8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76675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ector-r2-c0">
            <a:extLst xmlns:a="http://schemas.openxmlformats.org/drawingml/2006/main">
              <a:ext uri="{FF2B5EF4-FFF2-40B4-BE49-F238E27FC236}">
                <a16:creationId xmlns:a16="http://schemas.microsoft.com/office/drawing/2014/main" id="{F888725F-DB5E-4274-9751-4DA8BFD9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9814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Buku</a:t>
            </a:r>
          </a:p>
        </p:txBody>
      </p:sp>
      <p:sp>
        <p:nvSpPr>
          <p:cNvPr id="18" name="vector-r2-c1">
            <a:extLst xmlns:a="http://schemas.openxmlformats.org/drawingml/2006/main">
              <a:ext uri="{FF2B5EF4-FFF2-40B4-BE49-F238E27FC236}">
                <a16:creationId xmlns:a16="http://schemas.microsoft.com/office/drawing/2014/main" id="{CD0932BE-2E95-465A-8E9C-D47ABE1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8145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 × 15</a:t>
            </a:r>
          </a:p>
        </p:txBody>
      </p:sp>
      <p:sp>
        <p:nvSpPr>
          <p:cNvPr id="19" name="vector-v2-1">
            <a:extLst xmlns:a="http://schemas.openxmlformats.org/drawingml/2006/main">
              <a:ext uri="{FF2B5EF4-FFF2-40B4-BE49-F238E27FC236}">
                <a16:creationId xmlns:a16="http://schemas.microsoft.com/office/drawing/2014/main" id="{F22AD3C6-EAD0-4BD1-BCFB-44064F4F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291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vector-r2-c2">
            <a:extLst xmlns:a="http://schemas.openxmlformats.org/drawingml/2006/main">
              <a:ext uri="{FF2B5EF4-FFF2-40B4-BE49-F238E27FC236}">
                <a16:creationId xmlns:a16="http://schemas.microsoft.com/office/drawing/2014/main" id="{01F2B504-B60D-4E5E-9096-3E8A51C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8145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45</a:t>
            </a:r>
          </a:p>
        </p:txBody>
      </p:sp>
      <p:sp>
        <p:nvSpPr>
          <p:cNvPr id="21" name="vector-v2-2">
            <a:extLst xmlns:a="http://schemas.openxmlformats.org/drawingml/2006/main">
              <a:ext uri="{FF2B5EF4-FFF2-40B4-BE49-F238E27FC236}">
                <a16:creationId xmlns:a16="http://schemas.microsoft.com/office/drawing/2014/main" id="{DD406C6B-C63E-4ECC-88C7-96727A25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291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vector-h2">
            <a:extLst xmlns:a="http://schemas.openxmlformats.org/drawingml/2006/main">
              <a:ext uri="{FF2B5EF4-FFF2-40B4-BE49-F238E27FC236}">
                <a16:creationId xmlns:a16="http://schemas.microsoft.com/office/drawing/2014/main" id="{E065FB95-6A1C-4849-8491-E54C5881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910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vector-r3-c0">
            <a:extLst xmlns:a="http://schemas.openxmlformats.org/drawingml/2006/main">
              <a:ext uri="{FF2B5EF4-FFF2-40B4-BE49-F238E27FC236}">
                <a16:creationId xmlns:a16="http://schemas.microsoft.com/office/drawing/2014/main" id="{C4B02211-DF67-44C7-99F1-5FA74F98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6672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Map</a:t>
            </a:r>
          </a:p>
        </p:txBody>
      </p:sp>
      <p:sp>
        <p:nvSpPr>
          <p:cNvPr id="24" name="vector-r3-c1">
            <a:extLst xmlns:a="http://schemas.openxmlformats.org/drawingml/2006/main">
              <a:ext uri="{FF2B5EF4-FFF2-40B4-BE49-F238E27FC236}">
                <a16:creationId xmlns:a16="http://schemas.microsoft.com/office/drawing/2014/main" id="{1F6D6E71-D866-4B28-80E7-FA406F1A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6725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 × 12</a:t>
            </a:r>
          </a:p>
        </p:txBody>
      </p:sp>
      <p:sp>
        <p:nvSpPr>
          <p:cNvPr id="25" name="vector-v3-1">
            <a:extLst xmlns:a="http://schemas.openxmlformats.org/drawingml/2006/main">
              <a:ext uri="{FF2B5EF4-FFF2-40B4-BE49-F238E27FC236}">
                <a16:creationId xmlns:a16="http://schemas.microsoft.com/office/drawing/2014/main" id="{4A53DB8F-7D16-4321-B3C6-59ACD9DD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149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vector-r3-c2">
            <a:extLst xmlns:a="http://schemas.openxmlformats.org/drawingml/2006/main">
              <a:ext uri="{FF2B5EF4-FFF2-40B4-BE49-F238E27FC236}">
                <a16:creationId xmlns:a16="http://schemas.microsoft.com/office/drawing/2014/main" id="{E27FB269-D997-4CAF-8609-CC878A60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66725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48</a:t>
            </a:r>
          </a:p>
        </p:txBody>
      </p:sp>
      <p:sp>
        <p:nvSpPr>
          <p:cNvPr id="27" name="vector-v3-2">
            <a:extLst xmlns:a="http://schemas.openxmlformats.org/drawingml/2006/main">
              <a:ext uri="{FF2B5EF4-FFF2-40B4-BE49-F238E27FC236}">
                <a16:creationId xmlns:a16="http://schemas.microsoft.com/office/drawing/2014/main" id="{C883657A-F27F-458B-909C-D874B4D8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149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vector-h3">
            <a:extLst xmlns:a="http://schemas.openxmlformats.org/drawingml/2006/main">
              <a:ext uri="{FF2B5EF4-FFF2-40B4-BE49-F238E27FC236}">
                <a16:creationId xmlns:a16="http://schemas.microsoft.com/office/drawing/2014/main" id="{D88DDD2B-1779-4CE0-8E40-6A093C1C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vector-code-bg">
            <a:extLst xmlns:a="http://schemas.openxmlformats.org/drawingml/2006/main">
              <a:ext uri="{FF2B5EF4-FFF2-40B4-BE49-F238E27FC236}">
                <a16:creationId xmlns:a16="http://schemas.microsoft.com/office/drawing/2014/main" id="{EA814515-F406-442A-B2E0-24B08FFE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495925"/>
            <a:ext cx="5715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0" name="vector-code-text">
            <a:extLst xmlns:a="http://schemas.openxmlformats.org/drawingml/2006/main">
              <a:ext uri="{FF2B5EF4-FFF2-40B4-BE49-F238E27FC236}">
                <a16:creationId xmlns:a16="http://schemas.microsoft.com/office/drawing/2014/main" id="{E28531E5-C316-49F0-86D4-A46F4133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05475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jumlah * harga_produk</a:t>
            </a:r>
          </a:p>
        </p:txBody>
      </p:sp>
    </p:spTree>
    <p:extLst>
      <p:ext uri="{BB962C8B-B14F-4D97-AF65-F5344CB8AC3E}">
        <p14:creationId xmlns:p14="http://schemas.microsoft.com/office/powerpoint/2010/main" val="34743390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2EDCE5-84D7-4CCD-A5A4-C8EF15E4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Broadcasting per kolom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465EB7-8197-439A-9F0F-483FD7A6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Shape (3,) cocok dengan (4, 3) karena nilainya mengikuti tiga kolom.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3ABC857-2FB8-4E1F-B18C-6138379A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column-factors">
            <a:extLst xmlns:a="http://schemas.openxmlformats.org/drawingml/2006/main">
              <a:ext uri="{FF2B5EF4-FFF2-40B4-BE49-F238E27FC236}">
                <a16:creationId xmlns:a16="http://schemas.microsoft.com/office/drawing/2014/main" id="{6247A03C-0F01-4B6B-A033-203BA3C0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24574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Faktor kolom:  1.00   1.04   1.08</a:t>
            </a:r>
          </a:p>
        </p:txBody>
      </p:sp>
      <p:sp>
        <p:nvSpPr>
          <p:cNvPr id="5" name="broadcast-col-0-0">
            <a:extLst xmlns:a="http://schemas.openxmlformats.org/drawingml/2006/main">
              <a:ext uri="{FF2B5EF4-FFF2-40B4-BE49-F238E27FC236}">
                <a16:creationId xmlns:a16="http://schemas.microsoft.com/office/drawing/2014/main" id="{B7082D53-C68E-4070-ACD4-FC38D5A0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29527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6" name="broadcast-col-v-0-0">
            <a:extLst xmlns:a="http://schemas.openxmlformats.org/drawingml/2006/main">
              <a:ext uri="{FF2B5EF4-FFF2-40B4-BE49-F238E27FC236}">
                <a16:creationId xmlns:a16="http://schemas.microsoft.com/office/drawing/2014/main" id="{47410D29-EDE2-4417-ABD9-FE1E4677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0384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100</a:t>
            </a:r>
          </a:p>
        </p:txBody>
      </p:sp>
      <p:sp>
        <p:nvSpPr>
          <p:cNvPr id="7" name="broadcast-col-0-1">
            <a:extLst xmlns:a="http://schemas.openxmlformats.org/drawingml/2006/main">
              <a:ext uri="{FF2B5EF4-FFF2-40B4-BE49-F238E27FC236}">
                <a16:creationId xmlns:a16="http://schemas.microsoft.com/office/drawing/2014/main" id="{D27A6956-C5D8-4E00-80A9-230EA77B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29527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8" name="broadcast-col-v-0-1">
            <a:extLst xmlns:a="http://schemas.openxmlformats.org/drawingml/2006/main">
              <a:ext uri="{FF2B5EF4-FFF2-40B4-BE49-F238E27FC236}">
                <a16:creationId xmlns:a16="http://schemas.microsoft.com/office/drawing/2014/main" id="{B63149B0-8EBE-44E7-B938-3E3B6AF7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30384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110</a:t>
            </a:r>
          </a:p>
        </p:txBody>
      </p:sp>
      <p:sp>
        <p:nvSpPr>
          <p:cNvPr id="9" name="broadcast-col-0-2">
            <a:extLst xmlns:a="http://schemas.openxmlformats.org/drawingml/2006/main">
              <a:ext uri="{FF2B5EF4-FFF2-40B4-BE49-F238E27FC236}">
                <a16:creationId xmlns:a16="http://schemas.microsoft.com/office/drawing/2014/main" id="{832CFF7D-61C3-49B5-9C84-7419EFD7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29527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broadcast-col-v-0-2">
            <a:extLst xmlns:a="http://schemas.openxmlformats.org/drawingml/2006/main">
              <a:ext uri="{FF2B5EF4-FFF2-40B4-BE49-F238E27FC236}">
                <a16:creationId xmlns:a16="http://schemas.microsoft.com/office/drawing/2014/main" id="{3642203F-9B7E-4894-835F-BC18DF44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30384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120</a:t>
            </a:r>
          </a:p>
        </p:txBody>
      </p:sp>
      <p:sp>
        <p:nvSpPr>
          <p:cNvPr id="11" name="broadcast-col-1-0">
            <a:extLst xmlns:a="http://schemas.openxmlformats.org/drawingml/2006/main">
              <a:ext uri="{FF2B5EF4-FFF2-40B4-BE49-F238E27FC236}">
                <a16:creationId xmlns:a16="http://schemas.microsoft.com/office/drawing/2014/main" id="{1BA9E9AD-D7CC-44DA-996D-EAB39268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543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2" name="broadcast-col-v-1-0">
            <a:extLst xmlns:a="http://schemas.openxmlformats.org/drawingml/2006/main">
              <a:ext uri="{FF2B5EF4-FFF2-40B4-BE49-F238E27FC236}">
                <a16:creationId xmlns:a16="http://schemas.microsoft.com/office/drawing/2014/main" id="{8592929C-A72B-4A38-BA3A-84249E25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629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90</a:t>
            </a:r>
          </a:p>
        </p:txBody>
      </p:sp>
      <p:sp>
        <p:nvSpPr>
          <p:cNvPr id="13" name="broadcast-col-1-1">
            <a:extLst xmlns:a="http://schemas.openxmlformats.org/drawingml/2006/main">
              <a:ext uri="{FF2B5EF4-FFF2-40B4-BE49-F238E27FC236}">
                <a16:creationId xmlns:a16="http://schemas.microsoft.com/office/drawing/2014/main" id="{1CD9DB93-A572-4C28-A446-799A43DC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3543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4" name="broadcast-col-v-1-1">
            <a:extLst xmlns:a="http://schemas.openxmlformats.org/drawingml/2006/main">
              <a:ext uri="{FF2B5EF4-FFF2-40B4-BE49-F238E27FC236}">
                <a16:creationId xmlns:a16="http://schemas.microsoft.com/office/drawing/2014/main" id="{47BFDB13-9B13-47F5-B99A-CF745FD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3629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105</a:t>
            </a:r>
          </a:p>
        </p:txBody>
      </p:sp>
      <p:sp>
        <p:nvSpPr>
          <p:cNvPr id="15" name="broadcast-col-1-2">
            <a:extLst xmlns:a="http://schemas.openxmlformats.org/drawingml/2006/main">
              <a:ext uri="{FF2B5EF4-FFF2-40B4-BE49-F238E27FC236}">
                <a16:creationId xmlns:a16="http://schemas.microsoft.com/office/drawing/2014/main" id="{C1F53D11-CBD0-43E4-B024-276F3940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3543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6" name="broadcast-col-v-1-2">
            <a:extLst xmlns:a="http://schemas.openxmlformats.org/drawingml/2006/main">
              <a:ext uri="{FF2B5EF4-FFF2-40B4-BE49-F238E27FC236}">
                <a16:creationId xmlns:a16="http://schemas.microsoft.com/office/drawing/2014/main" id="{10686F14-8F84-4664-9CCB-7F01105B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3629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125</a:t>
            </a:r>
          </a:p>
        </p:txBody>
      </p:sp>
      <p:sp>
        <p:nvSpPr>
          <p:cNvPr id="17" name="broadcast-col-2-0">
            <a:extLst xmlns:a="http://schemas.openxmlformats.org/drawingml/2006/main">
              <a:ext uri="{FF2B5EF4-FFF2-40B4-BE49-F238E27FC236}">
                <a16:creationId xmlns:a16="http://schemas.microsoft.com/office/drawing/2014/main" id="{F0973A01-923B-46A3-8347-A9BC0183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41338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8" name="broadcast-col-v-2-0">
            <a:extLst xmlns:a="http://schemas.openxmlformats.org/drawingml/2006/main">
              <a:ext uri="{FF2B5EF4-FFF2-40B4-BE49-F238E27FC236}">
                <a16:creationId xmlns:a16="http://schemas.microsoft.com/office/drawing/2014/main" id="{EAAEEC7C-5EAB-4078-9A75-C8777853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4219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120</a:t>
            </a:r>
          </a:p>
        </p:txBody>
      </p:sp>
      <p:sp>
        <p:nvSpPr>
          <p:cNvPr id="19" name="broadcast-col-2-1">
            <a:extLst xmlns:a="http://schemas.openxmlformats.org/drawingml/2006/main">
              <a:ext uri="{FF2B5EF4-FFF2-40B4-BE49-F238E27FC236}">
                <a16:creationId xmlns:a16="http://schemas.microsoft.com/office/drawing/2014/main" id="{D0CB5348-E3B3-4C99-A3D6-524D6856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41338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0" name="broadcast-col-v-2-1">
            <a:extLst xmlns:a="http://schemas.openxmlformats.org/drawingml/2006/main">
              <a:ext uri="{FF2B5EF4-FFF2-40B4-BE49-F238E27FC236}">
                <a16:creationId xmlns:a16="http://schemas.microsoft.com/office/drawing/2014/main" id="{5FC78528-B1B5-45E6-887D-279C253B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4219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115</a:t>
            </a:r>
          </a:p>
        </p:txBody>
      </p:sp>
      <p:sp>
        <p:nvSpPr>
          <p:cNvPr id="21" name="broadcast-col-2-2">
            <a:extLst xmlns:a="http://schemas.openxmlformats.org/drawingml/2006/main">
              <a:ext uri="{FF2B5EF4-FFF2-40B4-BE49-F238E27FC236}">
                <a16:creationId xmlns:a16="http://schemas.microsoft.com/office/drawing/2014/main" id="{572DB4B8-9714-4E3A-9A01-F5C7DD4B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41338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2" name="broadcast-col-v-2-2">
            <a:extLst xmlns:a="http://schemas.openxmlformats.org/drawingml/2006/main">
              <a:ext uri="{FF2B5EF4-FFF2-40B4-BE49-F238E27FC236}">
                <a16:creationId xmlns:a16="http://schemas.microsoft.com/office/drawing/2014/main" id="{5C2DE6D6-E967-41ED-832E-0A188C69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4219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130</a:t>
            </a:r>
          </a:p>
        </p:txBody>
      </p:sp>
      <p:sp>
        <p:nvSpPr>
          <p:cNvPr id="23" name="broadcast-col-3-0">
            <a:extLst xmlns:a="http://schemas.openxmlformats.org/drawingml/2006/main">
              <a:ext uri="{FF2B5EF4-FFF2-40B4-BE49-F238E27FC236}">
                <a16:creationId xmlns:a16="http://schemas.microsoft.com/office/drawing/2014/main" id="{075E23CD-6819-4910-8B40-384FAFB3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47244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4" name="broadcast-col-v-3-0">
            <a:extLst xmlns:a="http://schemas.openxmlformats.org/drawingml/2006/main">
              <a:ext uri="{FF2B5EF4-FFF2-40B4-BE49-F238E27FC236}">
                <a16:creationId xmlns:a16="http://schemas.microsoft.com/office/drawing/2014/main" id="{9251E449-0123-4291-9214-E803DA8F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4810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80</a:t>
            </a:r>
          </a:p>
        </p:txBody>
      </p:sp>
      <p:sp>
        <p:nvSpPr>
          <p:cNvPr id="25" name="broadcast-col-3-1">
            <a:extLst xmlns:a="http://schemas.openxmlformats.org/drawingml/2006/main">
              <a:ext uri="{FF2B5EF4-FFF2-40B4-BE49-F238E27FC236}">
                <a16:creationId xmlns:a16="http://schemas.microsoft.com/office/drawing/2014/main" id="{04490C1E-FA66-4D78-9BD5-EFA202AD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47244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6" name="broadcast-col-v-3-1">
            <a:extLst xmlns:a="http://schemas.openxmlformats.org/drawingml/2006/main">
              <a:ext uri="{FF2B5EF4-FFF2-40B4-BE49-F238E27FC236}">
                <a16:creationId xmlns:a16="http://schemas.microsoft.com/office/drawing/2014/main" id="{DB13786F-8DAC-4AD5-AA65-23094274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4810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100</a:t>
            </a:r>
          </a:p>
        </p:txBody>
      </p:sp>
      <p:sp>
        <p:nvSpPr>
          <p:cNvPr id="27" name="broadcast-col-3-2">
            <a:extLst xmlns:a="http://schemas.openxmlformats.org/drawingml/2006/main">
              <a:ext uri="{FF2B5EF4-FFF2-40B4-BE49-F238E27FC236}">
                <a16:creationId xmlns:a16="http://schemas.microsoft.com/office/drawing/2014/main" id="{B3B9FF97-2ED6-46C6-983F-FD0B49D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47244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8" name="broadcast-col-v-3-2">
            <a:extLst xmlns:a="http://schemas.openxmlformats.org/drawingml/2006/main">
              <a:ext uri="{FF2B5EF4-FFF2-40B4-BE49-F238E27FC236}">
                <a16:creationId xmlns:a16="http://schemas.microsoft.com/office/drawing/2014/main" id="{36FD33E6-537A-4C33-9158-A2F1FBBE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38" y="4810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110</a:t>
            </a:r>
          </a:p>
        </p:txBody>
      </p:sp>
      <p:sp>
        <p:nvSpPr>
          <p:cNvPr id="29" name="broadcast-column-code-bg">
            <a:extLst xmlns:a="http://schemas.openxmlformats.org/drawingml/2006/main">
              <a:ext uri="{FF2B5EF4-FFF2-40B4-BE49-F238E27FC236}">
                <a16:creationId xmlns:a16="http://schemas.microsoft.com/office/drawing/2014/main" id="{745173E2-00D7-430E-9176-43FB91F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3343275"/>
            <a:ext cx="333375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0" name="broadcast-column-code-text">
            <a:extLst xmlns:a="http://schemas.openxmlformats.org/drawingml/2006/main">
              <a:ext uri="{FF2B5EF4-FFF2-40B4-BE49-F238E27FC236}">
                <a16:creationId xmlns:a16="http://schemas.microsoft.com/office/drawing/2014/main" id="{584D6CB3-7744-4AD6-8336-E9052D90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0438" y="355282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sales.shape      # (4, 3)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faktor.shape     # (3,)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hasil.shape      # (4, 3)</a:t>
            </a:r>
          </a:p>
        </p:txBody>
      </p:sp>
      <p:sp>
        <p:nvSpPr>
          <p:cNvPr id="31" name="broadcast-rules">
            <a:extLst xmlns:a="http://schemas.openxmlformats.org/drawingml/2006/main">
              <a:ext uri="{FF2B5EF4-FFF2-40B4-BE49-F238E27FC236}">
                <a16:creationId xmlns:a16="http://schemas.microsoft.com/office/drawing/2014/main" id="{17EEA743-2672-4363-943D-EE7BA40D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8" y="57340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Dari kanan ke kiri, ukuran dimensi harus sama atau salah satunya 1.</a:t>
            </a:r>
          </a:p>
        </p:txBody>
      </p:sp>
    </p:spTree>
    <p:extLst>
      <p:ext uri="{BB962C8B-B14F-4D97-AF65-F5344CB8AC3E}">
        <p14:creationId xmlns:p14="http://schemas.microsoft.com/office/powerpoint/2010/main" val="4239354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BBBF2A-C87C-4784-9EC3-8A1C1CDC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Broadcasting per baris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A0DE5A-25D7-4DE0-B5B8-1E42F30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Bentuk (4, 1) memasangkan satu faktor dengan setiap baris.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17716A4-0E75-4941-A0B9-D5D637DC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row-factor-0">
            <a:extLst xmlns:a="http://schemas.openxmlformats.org/drawingml/2006/main">
              <a:ext uri="{FF2B5EF4-FFF2-40B4-BE49-F238E27FC236}">
                <a16:creationId xmlns:a16="http://schemas.microsoft.com/office/drawing/2014/main" id="{E6F52174-9C47-4A57-8D38-55E01D80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2800350"/>
            <a:ext cx="161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row-factor-value-0">
            <a:extLst xmlns:a="http://schemas.openxmlformats.org/drawingml/2006/main">
              <a:ext uri="{FF2B5EF4-FFF2-40B4-BE49-F238E27FC236}">
                <a16:creationId xmlns:a16="http://schemas.microsoft.com/office/drawing/2014/main" id="{6B79C4A3-0A64-4B4F-84B7-B91799B2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2914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0.95</a:t>
            </a:r>
          </a:p>
        </p:txBody>
      </p:sp>
      <p:sp>
        <p:nvSpPr>
          <p:cNvPr id="6" name="row-factor-cell-0-0">
            <a:extLst xmlns:a="http://schemas.openxmlformats.org/drawingml/2006/main">
              <a:ext uri="{FF2B5EF4-FFF2-40B4-BE49-F238E27FC236}">
                <a16:creationId xmlns:a16="http://schemas.microsoft.com/office/drawing/2014/main" id="{C24ED22D-C125-4640-8D5F-5DA48DAE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80035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row-factor-t-0-0">
            <a:extLst xmlns:a="http://schemas.openxmlformats.org/drawingml/2006/main">
              <a:ext uri="{FF2B5EF4-FFF2-40B4-BE49-F238E27FC236}">
                <a16:creationId xmlns:a16="http://schemas.microsoft.com/office/drawing/2014/main" id="{B78B38A8-80EE-46DB-A45E-B40306F7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914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data[0, 0]</a:t>
            </a:r>
          </a:p>
        </p:txBody>
      </p:sp>
      <p:sp>
        <p:nvSpPr>
          <p:cNvPr id="8" name="row-factor-cell-0-1">
            <a:extLst xmlns:a="http://schemas.openxmlformats.org/drawingml/2006/main">
              <a:ext uri="{FF2B5EF4-FFF2-40B4-BE49-F238E27FC236}">
                <a16:creationId xmlns:a16="http://schemas.microsoft.com/office/drawing/2014/main" id="{FB27115B-6B8D-404A-8985-B7D5DCBF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280035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9" name="row-factor-t-0-1">
            <a:extLst xmlns:a="http://schemas.openxmlformats.org/drawingml/2006/main">
              <a:ext uri="{FF2B5EF4-FFF2-40B4-BE49-F238E27FC236}">
                <a16:creationId xmlns:a16="http://schemas.microsoft.com/office/drawing/2014/main" id="{C125AC84-E25B-46BB-92EC-B577BB2A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2914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data[0, 1]</a:t>
            </a:r>
          </a:p>
        </p:txBody>
      </p:sp>
      <p:sp>
        <p:nvSpPr>
          <p:cNvPr id="10" name="row-factor-cell-0-2">
            <a:extLst xmlns:a="http://schemas.openxmlformats.org/drawingml/2006/main">
              <a:ext uri="{FF2B5EF4-FFF2-40B4-BE49-F238E27FC236}">
                <a16:creationId xmlns:a16="http://schemas.microsoft.com/office/drawing/2014/main" id="{6FEFBFB7-6960-426C-8461-EC190EB8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280035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1" name="row-factor-t-0-2">
            <a:extLst xmlns:a="http://schemas.openxmlformats.org/drawingml/2006/main">
              <a:ext uri="{FF2B5EF4-FFF2-40B4-BE49-F238E27FC236}">
                <a16:creationId xmlns:a16="http://schemas.microsoft.com/office/drawing/2014/main" id="{D13FD1B7-AF16-4E5A-9C9D-A3FD94E7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2914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data[0, 2]</a:t>
            </a:r>
          </a:p>
        </p:txBody>
      </p:sp>
      <p:sp>
        <p:nvSpPr>
          <p:cNvPr id="12" name="row-factor-1">
            <a:extLst xmlns:a="http://schemas.openxmlformats.org/drawingml/2006/main">
              <a:ext uri="{FF2B5EF4-FFF2-40B4-BE49-F238E27FC236}">
                <a16:creationId xmlns:a16="http://schemas.microsoft.com/office/drawing/2014/main" id="{97464C12-DE9D-424E-A524-C9543B8A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3495675"/>
            <a:ext cx="161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3" name="row-factor-value-1">
            <a:extLst xmlns:a="http://schemas.openxmlformats.org/drawingml/2006/main">
              <a:ext uri="{FF2B5EF4-FFF2-40B4-BE49-F238E27FC236}">
                <a16:creationId xmlns:a16="http://schemas.microsoft.com/office/drawing/2014/main" id="{25B98EB6-9010-4B81-9F69-66E9AAA7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3609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1.00</a:t>
            </a:r>
          </a:p>
        </p:txBody>
      </p:sp>
      <p:sp>
        <p:nvSpPr>
          <p:cNvPr id="14" name="row-factor-cell-1-0">
            <a:extLst xmlns:a="http://schemas.openxmlformats.org/drawingml/2006/main">
              <a:ext uri="{FF2B5EF4-FFF2-40B4-BE49-F238E27FC236}">
                <a16:creationId xmlns:a16="http://schemas.microsoft.com/office/drawing/2014/main" id="{B109EE7E-2E05-402E-8309-C60047D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49567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5" name="row-factor-t-1-0">
            <a:extLst xmlns:a="http://schemas.openxmlformats.org/drawingml/2006/main">
              <a:ext uri="{FF2B5EF4-FFF2-40B4-BE49-F238E27FC236}">
                <a16:creationId xmlns:a16="http://schemas.microsoft.com/office/drawing/2014/main" id="{DE243A87-28C5-4B3E-9ABA-1DB2A474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6099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data[1, 0]</a:t>
            </a:r>
          </a:p>
        </p:txBody>
      </p:sp>
      <p:sp>
        <p:nvSpPr>
          <p:cNvPr id="16" name="row-factor-cell-1-1">
            <a:extLst xmlns:a="http://schemas.openxmlformats.org/drawingml/2006/main">
              <a:ext uri="{FF2B5EF4-FFF2-40B4-BE49-F238E27FC236}">
                <a16:creationId xmlns:a16="http://schemas.microsoft.com/office/drawing/2014/main" id="{E26BE693-64D3-46E4-BC2D-321B5021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349567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7" name="row-factor-t-1-1">
            <a:extLst xmlns:a="http://schemas.openxmlformats.org/drawingml/2006/main">
              <a:ext uri="{FF2B5EF4-FFF2-40B4-BE49-F238E27FC236}">
                <a16:creationId xmlns:a16="http://schemas.microsoft.com/office/drawing/2014/main" id="{1AEA956B-3A37-4C39-805C-18074267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36099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data[1, 1]</a:t>
            </a:r>
          </a:p>
        </p:txBody>
      </p:sp>
      <p:sp>
        <p:nvSpPr>
          <p:cNvPr id="18" name="row-factor-cell-1-2">
            <a:extLst xmlns:a="http://schemas.openxmlformats.org/drawingml/2006/main">
              <a:ext uri="{FF2B5EF4-FFF2-40B4-BE49-F238E27FC236}">
                <a16:creationId xmlns:a16="http://schemas.microsoft.com/office/drawing/2014/main" id="{392DEC90-08D4-4086-871C-C4855FA2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49567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9" name="row-factor-t-1-2">
            <a:extLst xmlns:a="http://schemas.openxmlformats.org/drawingml/2006/main">
              <a:ext uri="{FF2B5EF4-FFF2-40B4-BE49-F238E27FC236}">
                <a16:creationId xmlns:a16="http://schemas.microsoft.com/office/drawing/2014/main" id="{EFCAEE8B-0310-4170-8E6C-1922250D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6099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data[1, 2]</a:t>
            </a:r>
          </a:p>
        </p:txBody>
      </p:sp>
      <p:sp>
        <p:nvSpPr>
          <p:cNvPr id="20" name="row-factor-2">
            <a:extLst xmlns:a="http://schemas.openxmlformats.org/drawingml/2006/main">
              <a:ext uri="{FF2B5EF4-FFF2-40B4-BE49-F238E27FC236}">
                <a16:creationId xmlns:a16="http://schemas.microsoft.com/office/drawing/2014/main" id="{3A433D82-FAC9-4BAA-A632-AE1F3B06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4191000"/>
            <a:ext cx="161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1" name="row-factor-value-2">
            <a:extLst xmlns:a="http://schemas.openxmlformats.org/drawingml/2006/main">
              <a:ext uri="{FF2B5EF4-FFF2-40B4-BE49-F238E27FC236}">
                <a16:creationId xmlns:a16="http://schemas.microsoft.com/office/drawing/2014/main" id="{D979F5B9-93B9-49A8-BC09-84BD344E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4305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1.05</a:t>
            </a:r>
          </a:p>
        </p:txBody>
      </p:sp>
      <p:sp>
        <p:nvSpPr>
          <p:cNvPr id="22" name="row-factor-cell-2-0">
            <a:extLst xmlns:a="http://schemas.openxmlformats.org/drawingml/2006/main">
              <a:ext uri="{FF2B5EF4-FFF2-40B4-BE49-F238E27FC236}">
                <a16:creationId xmlns:a16="http://schemas.microsoft.com/office/drawing/2014/main" id="{F43587E8-961A-4A4C-ACE5-80B56ACB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19100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3" name="row-factor-t-2-0">
            <a:extLst xmlns:a="http://schemas.openxmlformats.org/drawingml/2006/main">
              <a:ext uri="{FF2B5EF4-FFF2-40B4-BE49-F238E27FC236}">
                <a16:creationId xmlns:a16="http://schemas.microsoft.com/office/drawing/2014/main" id="{16BA753D-8E75-4AF8-ACAB-FA1C09D7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305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data[2, 0]</a:t>
            </a:r>
          </a:p>
        </p:txBody>
      </p:sp>
      <p:sp>
        <p:nvSpPr>
          <p:cNvPr id="24" name="row-factor-cell-2-1">
            <a:extLst xmlns:a="http://schemas.openxmlformats.org/drawingml/2006/main">
              <a:ext uri="{FF2B5EF4-FFF2-40B4-BE49-F238E27FC236}">
                <a16:creationId xmlns:a16="http://schemas.microsoft.com/office/drawing/2014/main" id="{6B4B104F-2B0F-4E8C-AC4C-2656E055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19100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5" name="row-factor-t-2-1">
            <a:extLst xmlns:a="http://schemas.openxmlformats.org/drawingml/2006/main">
              <a:ext uri="{FF2B5EF4-FFF2-40B4-BE49-F238E27FC236}">
                <a16:creationId xmlns:a16="http://schemas.microsoft.com/office/drawing/2014/main" id="{056D7794-CD1D-42F8-BD9C-F4406A78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305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data[2, 1]</a:t>
            </a:r>
          </a:p>
        </p:txBody>
      </p:sp>
      <p:sp>
        <p:nvSpPr>
          <p:cNvPr id="26" name="row-factor-cell-2-2">
            <a:extLst xmlns:a="http://schemas.openxmlformats.org/drawingml/2006/main">
              <a:ext uri="{FF2B5EF4-FFF2-40B4-BE49-F238E27FC236}">
                <a16:creationId xmlns:a16="http://schemas.microsoft.com/office/drawing/2014/main" id="{2B8DCAA8-C210-4FA0-BB34-CD1FCB69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19100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7" name="row-factor-t-2-2">
            <a:extLst xmlns:a="http://schemas.openxmlformats.org/drawingml/2006/main">
              <a:ext uri="{FF2B5EF4-FFF2-40B4-BE49-F238E27FC236}">
                <a16:creationId xmlns:a16="http://schemas.microsoft.com/office/drawing/2014/main" id="{5676C139-D3D6-4138-BDC2-6ABCF8F3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3053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data[2, 2]</a:t>
            </a:r>
          </a:p>
        </p:txBody>
      </p:sp>
      <p:sp>
        <p:nvSpPr>
          <p:cNvPr id="28" name="row-factor-3">
            <a:extLst xmlns:a="http://schemas.openxmlformats.org/drawingml/2006/main">
              <a:ext uri="{FF2B5EF4-FFF2-40B4-BE49-F238E27FC236}">
                <a16:creationId xmlns:a16="http://schemas.microsoft.com/office/drawing/2014/main" id="{8BA4D753-A883-44F3-9FBC-6638C558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4886325"/>
            <a:ext cx="161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9" name="row-factor-value-3">
            <a:extLst xmlns:a="http://schemas.openxmlformats.org/drawingml/2006/main">
              <a:ext uri="{FF2B5EF4-FFF2-40B4-BE49-F238E27FC236}">
                <a16:creationId xmlns:a16="http://schemas.microsoft.com/office/drawing/2014/main" id="{495C5BC3-8955-4923-AF6E-47365756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8" y="5000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0.90</a:t>
            </a:r>
          </a:p>
        </p:txBody>
      </p:sp>
      <p:sp>
        <p:nvSpPr>
          <p:cNvPr id="30" name="row-factor-cell-3-0">
            <a:extLst xmlns:a="http://schemas.openxmlformats.org/drawingml/2006/main">
              <a:ext uri="{FF2B5EF4-FFF2-40B4-BE49-F238E27FC236}">
                <a16:creationId xmlns:a16="http://schemas.microsoft.com/office/drawing/2014/main" id="{00DFEAE8-EE28-441F-A661-FC68AE71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88632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1" name="row-factor-t-3-0">
            <a:extLst xmlns:a="http://schemas.openxmlformats.org/drawingml/2006/main">
              <a:ext uri="{FF2B5EF4-FFF2-40B4-BE49-F238E27FC236}">
                <a16:creationId xmlns:a16="http://schemas.microsoft.com/office/drawing/2014/main" id="{8C412EDA-C704-4B03-A4F0-22DDA42F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50006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data[3, 0]</a:t>
            </a:r>
          </a:p>
        </p:txBody>
      </p:sp>
      <p:sp>
        <p:nvSpPr>
          <p:cNvPr id="32" name="row-factor-cell-3-1">
            <a:extLst xmlns:a="http://schemas.openxmlformats.org/drawingml/2006/main">
              <a:ext uri="{FF2B5EF4-FFF2-40B4-BE49-F238E27FC236}">
                <a16:creationId xmlns:a16="http://schemas.microsoft.com/office/drawing/2014/main" id="{19BF25AF-6C48-4548-9A31-555D5D5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88632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3" name="row-factor-t-3-1">
            <a:extLst xmlns:a="http://schemas.openxmlformats.org/drawingml/2006/main">
              <a:ext uri="{FF2B5EF4-FFF2-40B4-BE49-F238E27FC236}">
                <a16:creationId xmlns:a16="http://schemas.microsoft.com/office/drawing/2014/main" id="{3783CB17-486D-4D59-9EC4-8B001D49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50006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data[3, 1]</a:t>
            </a:r>
          </a:p>
        </p:txBody>
      </p:sp>
      <p:sp>
        <p:nvSpPr>
          <p:cNvPr id="34" name="row-factor-cell-3-2">
            <a:extLst xmlns:a="http://schemas.openxmlformats.org/drawingml/2006/main">
              <a:ext uri="{FF2B5EF4-FFF2-40B4-BE49-F238E27FC236}">
                <a16:creationId xmlns:a16="http://schemas.microsoft.com/office/drawing/2014/main" id="{60EA7441-A44F-4806-94DD-17635451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88632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5" name="row-factor-t-3-2">
            <a:extLst xmlns:a="http://schemas.openxmlformats.org/drawingml/2006/main">
              <a:ext uri="{FF2B5EF4-FFF2-40B4-BE49-F238E27FC236}">
                <a16:creationId xmlns:a16="http://schemas.microsoft.com/office/drawing/2014/main" id="{FCFE9199-F3D9-4DA2-832B-3019B6AC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50006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data[3, 2]</a:t>
            </a:r>
          </a:p>
        </p:txBody>
      </p:sp>
      <p:sp>
        <p:nvSpPr>
          <p:cNvPr id="36" name="row-label-factor">
            <a:extLst xmlns:a="http://schemas.openxmlformats.org/drawingml/2006/main">
              <a:ext uri="{FF2B5EF4-FFF2-40B4-BE49-F238E27FC236}">
                <a16:creationId xmlns:a16="http://schemas.microsoft.com/office/drawing/2014/main" id="{76E4B482-E582-47DD-B701-A72CA741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3" y="24193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satu faktor tiap baris</a:t>
            </a:r>
          </a:p>
        </p:txBody>
      </p:sp>
      <p:sp>
        <p:nvSpPr>
          <p:cNvPr id="37" name="row-factor-code-bg">
            <a:extLst xmlns:a="http://schemas.openxmlformats.org/drawingml/2006/main">
              <a:ext uri="{FF2B5EF4-FFF2-40B4-BE49-F238E27FC236}">
                <a16:creationId xmlns:a16="http://schemas.microsoft.com/office/drawing/2014/main" id="{1749390F-E4D0-49C7-9C76-ED4B2B7D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2781300"/>
            <a:ext cx="285750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8" name="row-factor-code-text">
            <a:extLst xmlns:a="http://schemas.openxmlformats.org/drawingml/2006/main">
              <a:ext uri="{FF2B5EF4-FFF2-40B4-BE49-F238E27FC236}">
                <a16:creationId xmlns:a16="http://schemas.microsoft.com/office/drawing/2014/main" id="{2912F874-B304-4A41-8C6B-46DA112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990850"/>
            <a:ext cx="2381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faktor = np.array(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[0.95, 1.00,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1.05, 0.90]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).reshape(4, 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(4, 3) * (4, 1)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= (4, 3)</a:t>
            </a:r>
          </a:p>
        </p:txBody>
      </p:sp>
      <p:sp>
        <p:nvSpPr>
          <p:cNvPr id="39" name="row-incompatible">
            <a:extLst xmlns:a="http://schemas.openxmlformats.org/drawingml/2006/main">
              <a:ext uri="{FF2B5EF4-FFF2-40B4-BE49-F238E27FC236}">
                <a16:creationId xmlns:a16="http://schemas.microsoft.com/office/drawing/2014/main" id="{B31E2A17-9013-4018-AA32-C4D8D76B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438" y="58102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6B6B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>
                <a:solidFill>
                  <a:srgbClr val="E96B6B"/>
                </a:solidFill>
                <a:latin typeface="SF Pro Text"/>
                <a:ea typeface="SF Pro Text"/>
                <a:cs typeface="SF Pro Text"/>
              </a:rPr>
              <a:t>(4,) tidak cocok dengan (4, 3), karena 4 dibandingkan dengan 3.</a:t>
            </a:r>
          </a:p>
        </p:txBody>
      </p:sp>
    </p:spTree>
    <p:extLst>
      <p:ext uri="{BB962C8B-B14F-4D97-AF65-F5344CB8AC3E}">
        <p14:creationId xmlns:p14="http://schemas.microsoft.com/office/powerpoint/2010/main" val="16442587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07C4D-6E7E-40A0-B594-727EEA2B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Boolean mask dan np.where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1FC080-D87A-4C12-B48A-3248462E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Kondisi menghasilkan mask True/False yang dapat memilih atau memberi label data.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EAC3D15-4004-455A-A324-CC7CF07C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mask-head-bg">
            <a:extLst xmlns:a="http://schemas.openxmlformats.org/drawingml/2006/main">
              <a:ext uri="{FF2B5EF4-FFF2-40B4-BE49-F238E27FC236}">
                <a16:creationId xmlns:a16="http://schemas.microsoft.com/office/drawing/2014/main" id="{2123E61C-1918-401A-B4B0-20C3FA3A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28875"/>
            <a:ext cx="95250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mask-r0-c0">
            <a:extLst xmlns:a="http://schemas.openxmlformats.org/drawingml/2006/main">
              <a:ext uri="{FF2B5EF4-FFF2-40B4-BE49-F238E27FC236}">
                <a16:creationId xmlns:a16="http://schemas.microsoft.com/office/drawing/2014/main" id="{DE4A763F-9C81-43DC-AFC3-EAC0792B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336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Siswa</a:t>
            </a:r>
          </a:p>
        </p:txBody>
      </p:sp>
      <p:sp>
        <p:nvSpPr>
          <p:cNvPr id="6" name="mask-r0-c1">
            <a:extLst xmlns:a="http://schemas.openxmlformats.org/drawingml/2006/main">
              <a:ext uri="{FF2B5EF4-FFF2-40B4-BE49-F238E27FC236}">
                <a16:creationId xmlns:a16="http://schemas.microsoft.com/office/drawing/2014/main" id="{1048F344-385C-47A7-905D-5BC460C9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33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</a:t>
            </a:r>
          </a:p>
        </p:txBody>
      </p:sp>
      <p:sp>
        <p:nvSpPr>
          <p:cNvPr id="7" name="mask-v0-1">
            <a:extLst xmlns:a="http://schemas.openxmlformats.org/drawingml/2006/main">
              <a:ext uri="{FF2B5EF4-FFF2-40B4-BE49-F238E27FC236}">
                <a16:creationId xmlns:a16="http://schemas.microsoft.com/office/drawing/2014/main" id="{1418D332-5AC7-4E80-9756-78C06B47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860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mask-r0-c2">
            <a:extLst xmlns:a="http://schemas.openxmlformats.org/drawingml/2006/main">
              <a:ext uri="{FF2B5EF4-FFF2-40B4-BE49-F238E27FC236}">
                <a16:creationId xmlns:a16="http://schemas.microsoft.com/office/drawing/2014/main" id="{7D928585-8DFA-4E8F-BC09-4F0CBF20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336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 &gt;= 80</a:t>
            </a:r>
          </a:p>
        </p:txBody>
      </p:sp>
      <p:sp>
        <p:nvSpPr>
          <p:cNvPr id="9" name="mask-v0-2">
            <a:extLst xmlns:a="http://schemas.openxmlformats.org/drawingml/2006/main">
              <a:ext uri="{FF2B5EF4-FFF2-40B4-BE49-F238E27FC236}">
                <a16:creationId xmlns:a16="http://schemas.microsoft.com/office/drawing/2014/main" id="{ABF3F52F-5511-4C18-827D-D5D9111C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860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mask-r0-c3">
            <a:extLst xmlns:a="http://schemas.openxmlformats.org/drawingml/2006/main">
              <a:ext uri="{FF2B5EF4-FFF2-40B4-BE49-F238E27FC236}">
                <a16:creationId xmlns:a16="http://schemas.microsoft.com/office/drawing/2014/main" id="{D92509D2-086D-40E6-9A1B-8CD3D798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5336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np.where(...)</a:t>
            </a:r>
          </a:p>
        </p:txBody>
      </p:sp>
      <p:sp>
        <p:nvSpPr>
          <p:cNvPr id="11" name="mask-v0-3">
            <a:extLst xmlns:a="http://schemas.openxmlformats.org/drawingml/2006/main">
              <a:ext uri="{FF2B5EF4-FFF2-40B4-BE49-F238E27FC236}">
                <a16:creationId xmlns:a16="http://schemas.microsoft.com/office/drawing/2014/main" id="{86DEDDBD-0403-41EE-9B00-BD99DEED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860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2" name="mask-r1-c0">
            <a:extLst xmlns:a="http://schemas.openxmlformats.org/drawingml/2006/main">
              <a:ext uri="{FF2B5EF4-FFF2-40B4-BE49-F238E27FC236}">
                <a16:creationId xmlns:a16="http://schemas.microsoft.com/office/drawing/2014/main" id="{CFBAFCDC-1E99-4105-AD0F-4F8B93BB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861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Rani</a:t>
            </a:r>
          </a:p>
        </p:txBody>
      </p:sp>
      <p:sp>
        <p:nvSpPr>
          <p:cNvPr id="13" name="mask-r1-c1">
            <a:extLst xmlns:a="http://schemas.openxmlformats.org/drawingml/2006/main">
              <a:ext uri="{FF2B5EF4-FFF2-40B4-BE49-F238E27FC236}">
                <a16:creationId xmlns:a16="http://schemas.microsoft.com/office/drawing/2014/main" id="{9C6E6E17-8046-401E-A25C-E5801A6B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86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70</a:t>
            </a:r>
          </a:p>
        </p:txBody>
      </p:sp>
      <p:sp>
        <p:nvSpPr>
          <p:cNvPr id="14" name="mask-v1-1">
            <a:extLst xmlns:a="http://schemas.openxmlformats.org/drawingml/2006/main">
              <a:ext uri="{FF2B5EF4-FFF2-40B4-BE49-F238E27FC236}">
                <a16:creationId xmlns:a16="http://schemas.microsoft.com/office/drawing/2014/main" id="{0160EED7-42B4-4436-8A09-B6A2BC11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mask-r1-c2">
            <a:extLst xmlns:a="http://schemas.openxmlformats.org/drawingml/2006/main">
              <a:ext uri="{FF2B5EF4-FFF2-40B4-BE49-F238E27FC236}">
                <a16:creationId xmlns:a16="http://schemas.microsoft.com/office/drawing/2014/main" id="{0AC39B0E-4071-4358-8776-4B614954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0861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16" name="mask-v1-2">
            <a:extLst xmlns:a="http://schemas.openxmlformats.org/drawingml/2006/main">
              <a:ext uri="{FF2B5EF4-FFF2-40B4-BE49-F238E27FC236}">
                <a16:creationId xmlns:a16="http://schemas.microsoft.com/office/drawing/2014/main" id="{3386F9F7-1116-4067-A3B8-3DC202B4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385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mask-r1-c3">
            <a:extLst xmlns:a="http://schemas.openxmlformats.org/drawingml/2006/main">
              <a:ext uri="{FF2B5EF4-FFF2-40B4-BE49-F238E27FC236}">
                <a16:creationId xmlns:a16="http://schemas.microsoft.com/office/drawing/2014/main" id="{626E130C-13EE-4597-BD31-60F47158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0861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Belum lulus</a:t>
            </a:r>
          </a:p>
        </p:txBody>
      </p:sp>
      <p:sp>
        <p:nvSpPr>
          <p:cNvPr id="18" name="mask-v1-3">
            <a:extLst xmlns:a="http://schemas.openxmlformats.org/drawingml/2006/main">
              <a:ext uri="{FF2B5EF4-FFF2-40B4-BE49-F238E27FC236}">
                <a16:creationId xmlns:a16="http://schemas.microsoft.com/office/drawing/2014/main" id="{4FC204B3-E9B6-4348-9E19-1A3928C5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385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mask-h1">
            <a:extLst xmlns:a="http://schemas.openxmlformats.org/drawingml/2006/main">
              <a:ext uri="{FF2B5EF4-FFF2-40B4-BE49-F238E27FC236}">
                <a16:creationId xmlns:a16="http://schemas.microsoft.com/office/drawing/2014/main" id="{25956181-CFB5-46E8-ACBE-7858C788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04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mask-band-2">
            <a:extLst xmlns:a="http://schemas.openxmlformats.org/drawingml/2006/main">
              <a:ext uri="{FF2B5EF4-FFF2-40B4-BE49-F238E27FC236}">
                <a16:creationId xmlns:a16="http://schemas.microsoft.com/office/drawing/2014/main" id="{5CF029CD-7F39-4E4D-AC89-263180E7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33775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ask-r2-c0">
            <a:extLst xmlns:a="http://schemas.openxmlformats.org/drawingml/2006/main">
              <a:ext uri="{FF2B5EF4-FFF2-40B4-BE49-F238E27FC236}">
                <a16:creationId xmlns:a16="http://schemas.microsoft.com/office/drawing/2014/main" id="{03F0278F-E262-4757-9D14-056871A1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385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Dimas</a:t>
            </a:r>
          </a:p>
        </p:txBody>
      </p:sp>
      <p:sp>
        <p:nvSpPr>
          <p:cNvPr id="22" name="mask-r2-c1">
            <a:extLst xmlns:a="http://schemas.openxmlformats.org/drawingml/2006/main">
              <a:ext uri="{FF2B5EF4-FFF2-40B4-BE49-F238E27FC236}">
                <a16:creationId xmlns:a16="http://schemas.microsoft.com/office/drawing/2014/main" id="{BFBEBD86-54CC-4A22-B54C-20B57EBB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385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85</a:t>
            </a:r>
          </a:p>
        </p:txBody>
      </p:sp>
      <p:sp>
        <p:nvSpPr>
          <p:cNvPr id="23" name="mask-v2-1">
            <a:extLst xmlns:a="http://schemas.openxmlformats.org/drawingml/2006/main">
              <a:ext uri="{FF2B5EF4-FFF2-40B4-BE49-F238E27FC236}">
                <a16:creationId xmlns:a16="http://schemas.microsoft.com/office/drawing/2014/main" id="{F68B30B6-2982-4086-B7E4-180122E3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mask-r2-c2">
            <a:extLst xmlns:a="http://schemas.openxmlformats.org/drawingml/2006/main">
              <a:ext uri="{FF2B5EF4-FFF2-40B4-BE49-F238E27FC236}">
                <a16:creationId xmlns:a16="http://schemas.microsoft.com/office/drawing/2014/main" id="{65008B38-20FF-4DAB-8AF2-E46FB7CE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638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25" name="mask-v2-2">
            <a:extLst xmlns:a="http://schemas.openxmlformats.org/drawingml/2006/main">
              <a:ext uri="{FF2B5EF4-FFF2-40B4-BE49-F238E27FC236}">
                <a16:creationId xmlns:a16="http://schemas.microsoft.com/office/drawing/2014/main" id="{81C5485A-3584-43C3-9CCA-A2C56CF5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90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mask-r2-c3">
            <a:extLst xmlns:a="http://schemas.openxmlformats.org/drawingml/2006/main">
              <a:ext uri="{FF2B5EF4-FFF2-40B4-BE49-F238E27FC236}">
                <a16:creationId xmlns:a16="http://schemas.microsoft.com/office/drawing/2014/main" id="{59145E67-9732-4243-A3EF-13C1206B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6385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Lulus</a:t>
            </a:r>
          </a:p>
        </p:txBody>
      </p:sp>
      <p:sp>
        <p:nvSpPr>
          <p:cNvPr id="27" name="mask-v2-3">
            <a:extLst xmlns:a="http://schemas.openxmlformats.org/drawingml/2006/main">
              <a:ext uri="{FF2B5EF4-FFF2-40B4-BE49-F238E27FC236}">
                <a16:creationId xmlns:a16="http://schemas.microsoft.com/office/drawing/2014/main" id="{E1BE93AA-4B00-47B1-935E-D7671C24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90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mask-h2">
            <a:extLst xmlns:a="http://schemas.openxmlformats.org/drawingml/2006/main">
              <a:ext uri="{FF2B5EF4-FFF2-40B4-BE49-F238E27FC236}">
                <a16:creationId xmlns:a16="http://schemas.microsoft.com/office/drawing/2014/main" id="{34A91442-B0E6-4253-85B8-DC611379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528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mask-r3-c0">
            <a:extLst xmlns:a="http://schemas.openxmlformats.org/drawingml/2006/main">
              <a:ext uri="{FF2B5EF4-FFF2-40B4-BE49-F238E27FC236}">
                <a16:creationId xmlns:a16="http://schemas.microsoft.com/office/drawing/2014/main" id="{17BD8CEE-BA49-4691-94EA-DD98F113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191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Salsa</a:t>
            </a:r>
          </a:p>
        </p:txBody>
      </p:sp>
      <p:sp>
        <p:nvSpPr>
          <p:cNvPr id="30" name="mask-r3-c1">
            <a:extLst xmlns:a="http://schemas.openxmlformats.org/drawingml/2006/main">
              <a:ext uri="{FF2B5EF4-FFF2-40B4-BE49-F238E27FC236}">
                <a16:creationId xmlns:a16="http://schemas.microsoft.com/office/drawing/2014/main" id="{C99818D2-4CA1-41A4-8AFD-34536977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1910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90</a:t>
            </a:r>
          </a:p>
        </p:txBody>
      </p:sp>
      <p:sp>
        <p:nvSpPr>
          <p:cNvPr id="31" name="mask-v3-1">
            <a:extLst xmlns:a="http://schemas.openxmlformats.org/drawingml/2006/main">
              <a:ext uri="{FF2B5EF4-FFF2-40B4-BE49-F238E27FC236}">
                <a16:creationId xmlns:a16="http://schemas.microsoft.com/office/drawing/2014/main" id="{435381F5-88B8-4969-8B99-2A718C55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434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mask-r3-c2">
            <a:extLst xmlns:a="http://schemas.openxmlformats.org/drawingml/2006/main">
              <a:ext uri="{FF2B5EF4-FFF2-40B4-BE49-F238E27FC236}">
                <a16:creationId xmlns:a16="http://schemas.microsoft.com/office/drawing/2014/main" id="{235E8E6C-AB1B-4899-A307-3EB0049A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1910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33" name="mask-v3-2">
            <a:extLst xmlns:a="http://schemas.openxmlformats.org/drawingml/2006/main">
              <a:ext uri="{FF2B5EF4-FFF2-40B4-BE49-F238E27FC236}">
                <a16:creationId xmlns:a16="http://schemas.microsoft.com/office/drawing/2014/main" id="{667D6A7A-A21F-47A5-B182-4087412E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434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mask-r3-c3">
            <a:extLst xmlns:a="http://schemas.openxmlformats.org/drawingml/2006/main">
              <a:ext uri="{FF2B5EF4-FFF2-40B4-BE49-F238E27FC236}">
                <a16:creationId xmlns:a16="http://schemas.microsoft.com/office/drawing/2014/main" id="{9E530AC5-EBD2-442F-8D82-CBD49671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1910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Lulus</a:t>
            </a:r>
          </a:p>
        </p:txBody>
      </p:sp>
      <p:sp>
        <p:nvSpPr>
          <p:cNvPr id="35" name="mask-v3-3">
            <a:extLst xmlns:a="http://schemas.openxmlformats.org/drawingml/2006/main">
              <a:ext uri="{FF2B5EF4-FFF2-40B4-BE49-F238E27FC236}">
                <a16:creationId xmlns:a16="http://schemas.microsoft.com/office/drawing/2014/main" id="{A0C9057F-60D1-407F-B055-C7CB49D0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434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mask-h3">
            <a:extLst xmlns:a="http://schemas.openxmlformats.org/drawingml/2006/main">
              <a:ext uri="{FF2B5EF4-FFF2-40B4-BE49-F238E27FC236}">
                <a16:creationId xmlns:a16="http://schemas.microsoft.com/office/drawing/2014/main" id="{3806AD96-6A98-4E45-B7EC-4AA09D75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7" name="mask-band-4">
            <a:extLst xmlns:a="http://schemas.openxmlformats.org/drawingml/2006/main">
              <a:ext uri="{FF2B5EF4-FFF2-40B4-BE49-F238E27FC236}">
                <a16:creationId xmlns:a16="http://schemas.microsoft.com/office/drawing/2014/main" id="{6466DAE7-84AC-4B0F-88E1-4D404BBE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ask-r4-c0">
            <a:extLst xmlns:a="http://schemas.openxmlformats.org/drawingml/2006/main">
              <a:ext uri="{FF2B5EF4-FFF2-40B4-BE49-F238E27FC236}">
                <a16:creationId xmlns:a16="http://schemas.microsoft.com/office/drawing/2014/main" id="{9B458CBA-D89B-444C-AA25-793B619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43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Bagas</a:t>
            </a:r>
          </a:p>
        </p:txBody>
      </p:sp>
      <p:sp>
        <p:nvSpPr>
          <p:cNvPr id="39" name="mask-r4-c1">
            <a:extLst xmlns:a="http://schemas.openxmlformats.org/drawingml/2006/main">
              <a:ext uri="{FF2B5EF4-FFF2-40B4-BE49-F238E27FC236}">
                <a16:creationId xmlns:a16="http://schemas.microsoft.com/office/drawing/2014/main" id="{5260EAB7-DD24-42C9-91D6-CBA5CCD2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43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76</a:t>
            </a:r>
          </a:p>
        </p:txBody>
      </p:sp>
      <p:sp>
        <p:nvSpPr>
          <p:cNvPr id="40" name="mask-v4-1">
            <a:extLst xmlns:a="http://schemas.openxmlformats.org/drawingml/2006/main">
              <a:ext uri="{FF2B5EF4-FFF2-40B4-BE49-F238E27FC236}">
                <a16:creationId xmlns:a16="http://schemas.microsoft.com/office/drawing/2014/main" id="{E50C08A2-4900-4906-9839-A7E4CB2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95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mask-r4-c2">
            <a:extLst xmlns:a="http://schemas.openxmlformats.org/drawingml/2006/main">
              <a:ext uri="{FF2B5EF4-FFF2-40B4-BE49-F238E27FC236}">
                <a16:creationId xmlns:a16="http://schemas.microsoft.com/office/drawing/2014/main" id="{6681A97A-B5F9-4213-A6C8-F0732AEA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743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42" name="mask-v4-2">
            <a:extLst xmlns:a="http://schemas.openxmlformats.org/drawingml/2006/main">
              <a:ext uri="{FF2B5EF4-FFF2-40B4-BE49-F238E27FC236}">
                <a16:creationId xmlns:a16="http://schemas.microsoft.com/office/drawing/2014/main" id="{7F90BB88-9B38-44B4-8244-D474DB21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95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3" name="mask-r4-c3">
            <a:extLst xmlns:a="http://schemas.openxmlformats.org/drawingml/2006/main">
              <a:ext uri="{FF2B5EF4-FFF2-40B4-BE49-F238E27FC236}">
                <a16:creationId xmlns:a16="http://schemas.microsoft.com/office/drawing/2014/main" id="{04571A6E-8048-4043-BA27-FAB13B4F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434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Belum lulus</a:t>
            </a:r>
          </a:p>
        </p:txBody>
      </p:sp>
      <p:sp>
        <p:nvSpPr>
          <p:cNvPr id="44" name="mask-v4-3">
            <a:extLst xmlns:a="http://schemas.openxmlformats.org/drawingml/2006/main">
              <a:ext uri="{FF2B5EF4-FFF2-40B4-BE49-F238E27FC236}">
                <a16:creationId xmlns:a16="http://schemas.microsoft.com/office/drawing/2014/main" id="{EC524F74-4AA6-4769-920F-00D85F9D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95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5" name="mask-h4">
            <a:extLst xmlns:a="http://schemas.openxmlformats.org/drawingml/2006/main">
              <a:ext uri="{FF2B5EF4-FFF2-40B4-BE49-F238E27FC236}">
                <a16:creationId xmlns:a16="http://schemas.microsoft.com/office/drawing/2014/main" id="{74935936-A028-4786-9963-951EE744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6" name="mask-code-bg">
            <a:extLst xmlns:a="http://schemas.openxmlformats.org/drawingml/2006/main">
              <a:ext uri="{FF2B5EF4-FFF2-40B4-BE49-F238E27FC236}">
                <a16:creationId xmlns:a16="http://schemas.microsoft.com/office/drawing/2014/main" id="{A8974C94-D088-4522-A8F2-6657D4E7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05425"/>
            <a:ext cx="6191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47" name="mask-code-text">
            <a:extLst xmlns:a="http://schemas.openxmlformats.org/drawingml/2006/main">
              <a:ext uri="{FF2B5EF4-FFF2-40B4-BE49-F238E27FC236}">
                <a16:creationId xmlns:a16="http://schemas.microsoft.com/office/drawing/2014/main" id="{0D70FAE3-7CDA-40A0-B9A0-2C1E1B2E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1497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status = np.where(nilai &gt;= 80,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     "Lulus", "Belum lulus")</a:t>
            </a:r>
          </a:p>
        </p:txBody>
      </p:sp>
    </p:spTree>
    <p:extLst>
      <p:ext uri="{BB962C8B-B14F-4D97-AF65-F5344CB8AC3E}">
        <p14:creationId xmlns:p14="http://schemas.microsoft.com/office/powerpoint/2010/main" val="16540751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53E61A-65D9-48EB-9881-2501813F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Agregasi dengan axis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9B9E78-A2E4-4CA5-96C9-5F6BE563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axis menentukan sumbu yang diringkas dan dimensi yang tetap terlihat di hasil.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223E128-5F18-418F-827A-749FE912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axis-data-head-bg">
            <a:extLst xmlns:a="http://schemas.openxmlformats.org/drawingml/2006/main">
              <a:ext uri="{FF2B5EF4-FFF2-40B4-BE49-F238E27FC236}">
                <a16:creationId xmlns:a16="http://schemas.microsoft.com/office/drawing/2014/main" id="{6EB1F5D5-16C1-48E4-8D48-E49E7749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2747963"/>
            <a:ext cx="547687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axis-data-r0-c0">
            <a:extLst xmlns:a="http://schemas.openxmlformats.org/drawingml/2006/main">
              <a:ext uri="{FF2B5EF4-FFF2-40B4-BE49-F238E27FC236}">
                <a16:creationId xmlns:a16="http://schemas.microsoft.com/office/drawing/2014/main" id="{9C143F6B-A233-42BE-8B06-407842E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2852738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Cabang</a:t>
            </a:r>
          </a:p>
        </p:txBody>
      </p:sp>
      <p:sp>
        <p:nvSpPr>
          <p:cNvPr id="6" name="axis-data-r0-c1">
            <a:extLst xmlns:a="http://schemas.openxmlformats.org/drawingml/2006/main">
              <a:ext uri="{FF2B5EF4-FFF2-40B4-BE49-F238E27FC236}">
                <a16:creationId xmlns:a16="http://schemas.microsoft.com/office/drawing/2014/main" id="{1F707F0C-7C7E-40F4-B2B9-40B9C186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52738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Jan</a:t>
            </a:r>
          </a:p>
        </p:txBody>
      </p:sp>
      <p:sp>
        <p:nvSpPr>
          <p:cNvPr id="7" name="axis-data-v0-1">
            <a:extLst xmlns:a="http://schemas.openxmlformats.org/drawingml/2006/main">
              <a:ext uri="{FF2B5EF4-FFF2-40B4-BE49-F238E27FC236}">
                <a16:creationId xmlns:a16="http://schemas.microsoft.com/office/drawing/2014/main" id="{68D86374-8FEC-40D5-A7D9-4AD4D4F3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098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axis-data-r0-c2">
            <a:extLst xmlns:a="http://schemas.openxmlformats.org/drawingml/2006/main">
              <a:ext uri="{FF2B5EF4-FFF2-40B4-BE49-F238E27FC236}">
                <a16:creationId xmlns:a16="http://schemas.microsoft.com/office/drawing/2014/main" id="{E796CF58-CC6C-4604-B1B6-91789C23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852738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Feb</a:t>
            </a:r>
          </a:p>
        </p:txBody>
      </p:sp>
      <p:sp>
        <p:nvSpPr>
          <p:cNvPr id="9" name="axis-data-v0-2">
            <a:extLst xmlns:a="http://schemas.openxmlformats.org/drawingml/2006/main">
              <a:ext uri="{FF2B5EF4-FFF2-40B4-BE49-F238E27FC236}">
                <a16:creationId xmlns:a16="http://schemas.microsoft.com/office/drawing/2014/main" id="{E00D93EB-0083-448A-BBF2-B8EF05C2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098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axis-data-r0-c3">
            <a:extLst xmlns:a="http://schemas.openxmlformats.org/drawingml/2006/main">
              <a:ext uri="{FF2B5EF4-FFF2-40B4-BE49-F238E27FC236}">
                <a16:creationId xmlns:a16="http://schemas.microsoft.com/office/drawing/2014/main" id="{41B43793-E18C-43FC-B3F5-6E36DEA8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63" y="2852738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Mar</a:t>
            </a:r>
          </a:p>
        </p:txBody>
      </p:sp>
      <p:sp>
        <p:nvSpPr>
          <p:cNvPr id="11" name="axis-data-v0-3">
            <a:extLst xmlns:a="http://schemas.openxmlformats.org/drawingml/2006/main">
              <a:ext uri="{FF2B5EF4-FFF2-40B4-BE49-F238E27FC236}">
                <a16:creationId xmlns:a16="http://schemas.microsoft.com/office/drawing/2014/main" id="{79507D75-6079-46E6-956D-0EF2489E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98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2" name="axis-data-r1-c0">
            <a:extLst xmlns:a="http://schemas.openxmlformats.org/drawingml/2006/main">
              <a:ext uri="{FF2B5EF4-FFF2-40B4-BE49-F238E27FC236}">
                <a16:creationId xmlns:a16="http://schemas.microsoft.com/office/drawing/2014/main" id="{2779478E-80BA-4DB4-85C9-F354DA57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3319463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</a:t>
            </a:r>
          </a:p>
        </p:txBody>
      </p:sp>
      <p:sp>
        <p:nvSpPr>
          <p:cNvPr id="13" name="axis-data-r1-c1">
            <a:extLst xmlns:a="http://schemas.openxmlformats.org/drawingml/2006/main">
              <a:ext uri="{FF2B5EF4-FFF2-40B4-BE49-F238E27FC236}">
                <a16:creationId xmlns:a16="http://schemas.microsoft.com/office/drawing/2014/main" id="{43B237A5-76DA-433E-ABC0-7CF92B67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3319463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14" name="axis-data-v1-1">
            <a:extLst xmlns:a="http://schemas.openxmlformats.org/drawingml/2006/main">
              <a:ext uri="{FF2B5EF4-FFF2-40B4-BE49-F238E27FC236}">
                <a16:creationId xmlns:a16="http://schemas.microsoft.com/office/drawing/2014/main" id="{7C463191-7B26-4595-81D9-AD8B0C37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765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axis-data-r1-c2">
            <a:extLst xmlns:a="http://schemas.openxmlformats.org/drawingml/2006/main">
              <a:ext uri="{FF2B5EF4-FFF2-40B4-BE49-F238E27FC236}">
                <a16:creationId xmlns:a16="http://schemas.microsoft.com/office/drawing/2014/main" id="{DD1A604B-58AB-456A-A6B7-C53FA5BA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319463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16" name="axis-data-v1-2">
            <a:extLst xmlns:a="http://schemas.openxmlformats.org/drawingml/2006/main">
              <a:ext uri="{FF2B5EF4-FFF2-40B4-BE49-F238E27FC236}">
                <a16:creationId xmlns:a16="http://schemas.microsoft.com/office/drawing/2014/main" id="{CEC25AC3-C8CD-4F3D-B395-939F6044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765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axis-data-r1-c3">
            <a:extLst xmlns:a="http://schemas.openxmlformats.org/drawingml/2006/main">
              <a:ext uri="{FF2B5EF4-FFF2-40B4-BE49-F238E27FC236}">
                <a16:creationId xmlns:a16="http://schemas.microsoft.com/office/drawing/2014/main" id="{9A4EF790-773A-4516-894E-D890D47A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63" y="3319463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30</a:t>
            </a:r>
          </a:p>
        </p:txBody>
      </p:sp>
      <p:sp>
        <p:nvSpPr>
          <p:cNvPr id="18" name="axis-data-v1-3">
            <a:extLst xmlns:a="http://schemas.openxmlformats.org/drawingml/2006/main">
              <a:ext uri="{FF2B5EF4-FFF2-40B4-BE49-F238E27FC236}">
                <a16:creationId xmlns:a16="http://schemas.microsoft.com/office/drawing/2014/main" id="{93399622-ED75-40C3-8DC3-0BD70D31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765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axis-data-h1">
            <a:extLst xmlns:a="http://schemas.openxmlformats.org/drawingml/2006/main">
              <a:ext uri="{FF2B5EF4-FFF2-40B4-BE49-F238E27FC236}">
                <a16:creationId xmlns:a16="http://schemas.microsoft.com/office/drawing/2014/main" id="{D11C1999-0A3B-4E32-B73D-151179A8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38475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axis-data-band-2">
            <a:extLst xmlns:a="http://schemas.openxmlformats.org/drawingml/2006/main">
              <a:ext uri="{FF2B5EF4-FFF2-40B4-BE49-F238E27FC236}">
                <a16:creationId xmlns:a16="http://schemas.microsoft.com/office/drawing/2014/main" id="{6C18C69C-7506-46B2-82DC-337D9C11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3681413"/>
            <a:ext cx="5476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xis-data-r2-c0">
            <a:extLst xmlns:a="http://schemas.openxmlformats.org/drawingml/2006/main">
              <a:ext uri="{FF2B5EF4-FFF2-40B4-BE49-F238E27FC236}">
                <a16:creationId xmlns:a16="http://schemas.microsoft.com/office/drawing/2014/main" id="{C4271892-B901-42B3-94E6-C76D57DB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3786188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</a:t>
            </a:r>
          </a:p>
        </p:txBody>
      </p:sp>
      <p:sp>
        <p:nvSpPr>
          <p:cNvPr id="22" name="axis-data-r2-c1">
            <a:extLst xmlns:a="http://schemas.openxmlformats.org/drawingml/2006/main">
              <a:ext uri="{FF2B5EF4-FFF2-40B4-BE49-F238E27FC236}">
                <a16:creationId xmlns:a16="http://schemas.microsoft.com/office/drawing/2014/main" id="{9F51F60F-939E-4080-9F73-9C9E1A7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3786188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23" name="axis-data-v2-1">
            <a:extLst xmlns:a="http://schemas.openxmlformats.org/drawingml/2006/main">
              <a:ext uri="{FF2B5EF4-FFF2-40B4-BE49-F238E27FC236}">
                <a16:creationId xmlns:a16="http://schemas.microsoft.com/office/drawing/2014/main" id="{272DC036-D300-4FAC-89EE-7B0D1F6A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433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axis-data-r2-c2">
            <a:extLst xmlns:a="http://schemas.openxmlformats.org/drawingml/2006/main">
              <a:ext uri="{FF2B5EF4-FFF2-40B4-BE49-F238E27FC236}">
                <a16:creationId xmlns:a16="http://schemas.microsoft.com/office/drawing/2014/main" id="{DAF69872-7A00-42E7-9188-DE41FCF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786188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15</a:t>
            </a:r>
          </a:p>
        </p:txBody>
      </p:sp>
      <p:sp>
        <p:nvSpPr>
          <p:cNvPr id="25" name="axis-data-v2-2">
            <a:extLst xmlns:a="http://schemas.openxmlformats.org/drawingml/2006/main">
              <a:ext uri="{FF2B5EF4-FFF2-40B4-BE49-F238E27FC236}">
                <a16:creationId xmlns:a16="http://schemas.microsoft.com/office/drawing/2014/main" id="{FA095A4A-0C9D-4B1A-ADDE-28A81ADB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axis-data-r2-c3">
            <a:extLst xmlns:a="http://schemas.openxmlformats.org/drawingml/2006/main">
              <a:ext uri="{FF2B5EF4-FFF2-40B4-BE49-F238E27FC236}">
                <a16:creationId xmlns:a16="http://schemas.microsoft.com/office/drawing/2014/main" id="{A039FA85-C92B-4CA6-B7FA-4818E6E0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63" y="3786188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25</a:t>
            </a:r>
          </a:p>
        </p:txBody>
      </p:sp>
      <p:sp>
        <p:nvSpPr>
          <p:cNvPr id="27" name="axis-data-v2-3">
            <a:extLst xmlns:a="http://schemas.openxmlformats.org/drawingml/2006/main">
              <a:ext uri="{FF2B5EF4-FFF2-40B4-BE49-F238E27FC236}">
                <a16:creationId xmlns:a16="http://schemas.microsoft.com/office/drawing/2014/main" id="{06B8E058-6240-48C3-A9FB-9CEF6DB3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axis-data-h2">
            <a:extLst xmlns:a="http://schemas.openxmlformats.org/drawingml/2006/main">
              <a:ext uri="{FF2B5EF4-FFF2-40B4-BE49-F238E27FC236}">
                <a16:creationId xmlns:a16="http://schemas.microsoft.com/office/drawing/2014/main" id="{73A1D47A-81C7-45EA-87C5-798BD905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axis-data-r3-c0">
            <a:extLst xmlns:a="http://schemas.openxmlformats.org/drawingml/2006/main">
              <a:ext uri="{FF2B5EF4-FFF2-40B4-BE49-F238E27FC236}">
                <a16:creationId xmlns:a16="http://schemas.microsoft.com/office/drawing/2014/main" id="{55922EDE-8172-4852-AE3A-96910DE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4252913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</a:t>
            </a:r>
          </a:p>
        </p:txBody>
      </p:sp>
      <p:sp>
        <p:nvSpPr>
          <p:cNvPr id="30" name="axis-data-r3-c1">
            <a:extLst xmlns:a="http://schemas.openxmlformats.org/drawingml/2006/main">
              <a:ext uri="{FF2B5EF4-FFF2-40B4-BE49-F238E27FC236}">
                <a16:creationId xmlns:a16="http://schemas.microsoft.com/office/drawing/2014/main" id="{24AE486B-71C0-42E1-9AB0-7D088865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4252913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31" name="axis-data-v3-1">
            <a:extLst xmlns:a="http://schemas.openxmlformats.org/drawingml/2006/main">
              <a:ext uri="{FF2B5EF4-FFF2-40B4-BE49-F238E27FC236}">
                <a16:creationId xmlns:a16="http://schemas.microsoft.com/office/drawing/2014/main" id="{60F9DEBA-36E4-4BAC-B3E4-B49A1DD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00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axis-data-r3-c2">
            <a:extLst xmlns:a="http://schemas.openxmlformats.org/drawingml/2006/main">
              <a:ext uri="{FF2B5EF4-FFF2-40B4-BE49-F238E27FC236}">
                <a16:creationId xmlns:a16="http://schemas.microsoft.com/office/drawing/2014/main" id="{E231F1F5-2435-46C5-816B-D7DA3B81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52913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33" name="axis-data-v3-2">
            <a:extLst xmlns:a="http://schemas.openxmlformats.org/drawingml/2006/main">
              <a:ext uri="{FF2B5EF4-FFF2-40B4-BE49-F238E27FC236}">
                <a16:creationId xmlns:a16="http://schemas.microsoft.com/office/drawing/2014/main" id="{EA3A68B6-E913-435E-BD6C-08D5D224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00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axis-data-r3-c3">
            <a:extLst xmlns:a="http://schemas.openxmlformats.org/drawingml/2006/main">
              <a:ext uri="{FF2B5EF4-FFF2-40B4-BE49-F238E27FC236}">
                <a16:creationId xmlns:a16="http://schemas.microsoft.com/office/drawing/2014/main" id="{32EEBAA7-E0E9-4B61-8A8D-B5104512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63" y="4252913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16</a:t>
            </a:r>
          </a:p>
        </p:txBody>
      </p:sp>
      <p:sp>
        <p:nvSpPr>
          <p:cNvPr id="35" name="axis-data-v3-3">
            <a:extLst xmlns:a="http://schemas.openxmlformats.org/drawingml/2006/main">
              <a:ext uri="{FF2B5EF4-FFF2-40B4-BE49-F238E27FC236}">
                <a16:creationId xmlns:a16="http://schemas.microsoft.com/office/drawing/2014/main" id="{56938719-67D8-4E63-B8AB-4058297F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00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axis-data-h3">
            <a:extLst xmlns:a="http://schemas.openxmlformats.org/drawingml/2006/main">
              <a:ext uri="{FF2B5EF4-FFF2-40B4-BE49-F238E27FC236}">
                <a16:creationId xmlns:a16="http://schemas.microsoft.com/office/drawing/2014/main" id="{A5EED8C0-1003-4E06-8D99-1ABD8DC4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925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7" name="axis-data-band-4">
            <a:extLst xmlns:a="http://schemas.openxmlformats.org/drawingml/2006/main">
              <a:ext uri="{FF2B5EF4-FFF2-40B4-BE49-F238E27FC236}">
                <a16:creationId xmlns:a16="http://schemas.microsoft.com/office/drawing/2014/main" id="{09A1BED0-641C-4C8E-A490-CB0B3A12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3" y="4614863"/>
            <a:ext cx="5476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xis-data-r4-c0">
            <a:extLst xmlns:a="http://schemas.openxmlformats.org/drawingml/2006/main">
              <a:ext uri="{FF2B5EF4-FFF2-40B4-BE49-F238E27FC236}">
                <a16:creationId xmlns:a16="http://schemas.microsoft.com/office/drawing/2014/main" id="{AF9E3D60-64C4-4FAB-B5A1-23A516C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4719638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</a:t>
            </a:r>
          </a:p>
        </p:txBody>
      </p:sp>
      <p:sp>
        <p:nvSpPr>
          <p:cNvPr id="39" name="axis-data-r4-c1">
            <a:extLst xmlns:a="http://schemas.openxmlformats.org/drawingml/2006/main">
              <a:ext uri="{FF2B5EF4-FFF2-40B4-BE49-F238E27FC236}">
                <a16:creationId xmlns:a16="http://schemas.microsoft.com/office/drawing/2014/main" id="{470E9201-7016-423E-A91F-0B3919B1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4719638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40" name="axis-data-v4-1">
            <a:extLst xmlns:a="http://schemas.openxmlformats.org/drawingml/2006/main">
              <a:ext uri="{FF2B5EF4-FFF2-40B4-BE49-F238E27FC236}">
                <a16:creationId xmlns:a16="http://schemas.microsoft.com/office/drawing/2014/main" id="{69E7E4A1-EB66-44AB-A222-84CA3451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767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axis-data-r4-c2">
            <a:extLst xmlns:a="http://schemas.openxmlformats.org/drawingml/2006/main">
              <a:ext uri="{FF2B5EF4-FFF2-40B4-BE49-F238E27FC236}">
                <a16:creationId xmlns:a16="http://schemas.microsoft.com/office/drawing/2014/main" id="{72E7F56E-75B1-4238-ABAE-BFDDAB56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19638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42" name="axis-data-v4-2">
            <a:extLst xmlns:a="http://schemas.openxmlformats.org/drawingml/2006/main">
              <a:ext uri="{FF2B5EF4-FFF2-40B4-BE49-F238E27FC236}">
                <a16:creationId xmlns:a16="http://schemas.microsoft.com/office/drawing/2014/main" id="{E9991454-61BB-4B7A-9769-CD8140D9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767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3" name="axis-data-r4-c3">
            <a:extLst xmlns:a="http://schemas.openxmlformats.org/drawingml/2006/main">
              <a:ext uri="{FF2B5EF4-FFF2-40B4-BE49-F238E27FC236}">
                <a16:creationId xmlns:a16="http://schemas.microsoft.com/office/drawing/2014/main" id="{BAA05808-5835-474C-9D90-7BF8000A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63" y="4719638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</a:t>
            </a:r>
          </a:p>
        </p:txBody>
      </p:sp>
      <p:sp>
        <p:nvSpPr>
          <p:cNvPr id="44" name="axis-data-v4-3">
            <a:extLst xmlns:a="http://schemas.openxmlformats.org/drawingml/2006/main">
              <a:ext uri="{FF2B5EF4-FFF2-40B4-BE49-F238E27FC236}">
                <a16:creationId xmlns:a16="http://schemas.microsoft.com/office/drawing/2014/main" id="{DAD10F16-12AA-472D-91CA-02CA4E69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5" name="axis-data-h4">
            <a:extLst xmlns:a="http://schemas.openxmlformats.org/drawingml/2006/main">
              <a:ext uri="{FF2B5EF4-FFF2-40B4-BE49-F238E27FC236}">
                <a16:creationId xmlns:a16="http://schemas.microsoft.com/office/drawing/2014/main" id="{8E4E979E-6B78-4D50-A774-E272EDC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6" name="axis0-panel">
            <a:extLst xmlns:a="http://schemas.openxmlformats.org/drawingml/2006/main">
              <a:ext uri="{FF2B5EF4-FFF2-40B4-BE49-F238E27FC236}">
                <a16:creationId xmlns:a16="http://schemas.microsoft.com/office/drawing/2014/main" id="{9CF048EA-3D3F-4E72-8177-4E8180DB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2919413"/>
            <a:ext cx="37623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7" name="axis0-head">
            <a:extLst xmlns:a="http://schemas.openxmlformats.org/drawingml/2006/main">
              <a:ext uri="{FF2B5EF4-FFF2-40B4-BE49-F238E27FC236}">
                <a16:creationId xmlns:a16="http://schemas.microsoft.com/office/drawing/2014/main" id="{FD8103A2-758B-45B8-A74C-830D7A7A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3" y="3052763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sum(axis=0)</a:t>
            </a:r>
          </a:p>
        </p:txBody>
      </p:sp>
      <p:sp>
        <p:nvSpPr>
          <p:cNvPr id="48" name="axis0-body">
            <a:extLst xmlns:a="http://schemas.openxmlformats.org/drawingml/2006/main">
              <a:ext uri="{FF2B5EF4-FFF2-40B4-BE49-F238E27FC236}">
                <a16:creationId xmlns:a16="http://schemas.microsoft.com/office/drawing/2014/main" id="{41742E64-C9C5-4EEE-94B7-93059329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3" y="3405188"/>
            <a:ext cx="3343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[30, 56, 82]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Satu total tiap bulan.</a:t>
            </a:r>
          </a:p>
        </p:txBody>
      </p:sp>
      <p:sp>
        <p:nvSpPr>
          <p:cNvPr id="49" name="axis1-panel">
            <a:extLst xmlns:a="http://schemas.openxmlformats.org/drawingml/2006/main">
              <a:ext uri="{FF2B5EF4-FFF2-40B4-BE49-F238E27FC236}">
                <a16:creationId xmlns:a16="http://schemas.microsoft.com/office/drawing/2014/main" id="{13CB5057-EBDC-4E38-ADC2-1A875AF2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4538663"/>
            <a:ext cx="37623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50" name="axis1-head">
            <a:extLst xmlns:a="http://schemas.openxmlformats.org/drawingml/2006/main">
              <a:ext uri="{FF2B5EF4-FFF2-40B4-BE49-F238E27FC236}">
                <a16:creationId xmlns:a16="http://schemas.microsoft.com/office/drawing/2014/main" id="{A8FD8BEE-FA3A-4519-8A8D-10230CE9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3" y="4672013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sum(axis=1)</a:t>
            </a:r>
          </a:p>
        </p:txBody>
      </p:sp>
      <p:sp>
        <p:nvSpPr>
          <p:cNvPr id="51" name="axis1-body">
            <a:extLst xmlns:a="http://schemas.openxmlformats.org/drawingml/2006/main">
              <a:ext uri="{FF2B5EF4-FFF2-40B4-BE49-F238E27FC236}">
                <a16:creationId xmlns:a16="http://schemas.microsoft.com/office/drawing/2014/main" id="{5F0CA4E6-EE80-4E87-8BBF-0C916186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3" y="5024438"/>
            <a:ext cx="3343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[60, 45, 36, 27]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Satu total tiap cabang.</a:t>
            </a:r>
          </a:p>
        </p:txBody>
      </p:sp>
    </p:spTree>
    <p:extLst>
      <p:ext uri="{BB962C8B-B14F-4D97-AF65-F5344CB8AC3E}">
        <p14:creationId xmlns:p14="http://schemas.microsoft.com/office/powerpoint/2010/main" val="94133438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B85819-A45B-4C90-AF35-8386CCA6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Indeks nilai terbesar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FC0053B-9FA6-47B4-B584-2EC756CA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argmax mengembalikan posisi nilai maksimum. Gunakan posisi itu untuk mengambil label.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D285A4F-CF0D-4429-B80C-83CA55D7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max-branch-0">
            <a:extLst xmlns:a="http://schemas.openxmlformats.org/drawingml/2006/main">
              <a:ext uri="{FF2B5EF4-FFF2-40B4-BE49-F238E27FC236}">
                <a16:creationId xmlns:a16="http://schemas.microsoft.com/office/drawing/2014/main" id="{E9960A1D-0662-4A5F-8251-608E2925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8" y="2933700"/>
            <a:ext cx="2619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max-branch-title-0">
            <a:extLst xmlns:a="http://schemas.openxmlformats.org/drawingml/2006/main">
              <a:ext uri="{FF2B5EF4-FFF2-40B4-BE49-F238E27FC236}">
                <a16:creationId xmlns:a16="http://schemas.microsoft.com/office/drawing/2014/main" id="{7D6791B8-BE43-4766-A27A-441C5408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1432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Jakarta</a:t>
            </a:r>
          </a:p>
        </p:txBody>
      </p:sp>
      <p:sp>
        <p:nvSpPr>
          <p:cNvPr id="6" name="max-branch-value-0">
            <a:extLst xmlns:a="http://schemas.openxmlformats.org/drawingml/2006/main">
              <a:ext uri="{FF2B5EF4-FFF2-40B4-BE49-F238E27FC236}">
                <a16:creationId xmlns:a16="http://schemas.microsoft.com/office/drawing/2014/main" id="{EABEA38D-42D9-4DB9-B9E5-DCF5AB2D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69570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920000</a:t>
            </a:r>
          </a:p>
        </p:txBody>
      </p:sp>
      <p:sp>
        <p:nvSpPr>
          <p:cNvPr id="7" name="max-branch-1">
            <a:extLst xmlns:a="http://schemas.openxmlformats.org/drawingml/2006/main">
              <a:ext uri="{FF2B5EF4-FFF2-40B4-BE49-F238E27FC236}">
                <a16:creationId xmlns:a16="http://schemas.microsoft.com/office/drawing/2014/main" id="{F6C12A5A-FEF3-4914-B9A3-72958C33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933700"/>
            <a:ext cx="2619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8" name="max-branch-title-1">
            <a:extLst xmlns:a="http://schemas.openxmlformats.org/drawingml/2006/main">
              <a:ext uri="{FF2B5EF4-FFF2-40B4-BE49-F238E27FC236}">
                <a16:creationId xmlns:a16="http://schemas.microsoft.com/office/drawing/2014/main" id="{9C074486-A5D7-40EB-B5AA-8F01661E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31432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Bandung</a:t>
            </a:r>
          </a:p>
        </p:txBody>
      </p:sp>
      <p:sp>
        <p:nvSpPr>
          <p:cNvPr id="9" name="max-branch-value-1">
            <a:extLst xmlns:a="http://schemas.openxmlformats.org/drawingml/2006/main">
              <a:ext uri="{FF2B5EF4-FFF2-40B4-BE49-F238E27FC236}">
                <a16:creationId xmlns:a16="http://schemas.microsoft.com/office/drawing/2014/main" id="{E11E0DEA-7054-40FF-A3B3-63653A9F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188" y="369570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1110000</a:t>
            </a:r>
          </a:p>
        </p:txBody>
      </p:sp>
      <p:sp>
        <p:nvSpPr>
          <p:cNvPr id="10" name="max-branch-2">
            <a:extLst xmlns:a="http://schemas.openxmlformats.org/drawingml/2006/main">
              <a:ext uri="{FF2B5EF4-FFF2-40B4-BE49-F238E27FC236}">
                <a16:creationId xmlns:a16="http://schemas.microsoft.com/office/drawing/2014/main" id="{42645672-6F03-42C4-B364-4197362C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933700"/>
            <a:ext cx="2619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1" name="max-branch-title-2">
            <a:extLst xmlns:a="http://schemas.openxmlformats.org/drawingml/2006/main">
              <a:ext uri="{FF2B5EF4-FFF2-40B4-BE49-F238E27FC236}">
                <a16:creationId xmlns:a16="http://schemas.microsoft.com/office/drawing/2014/main" id="{2E0E3350-859F-4758-B757-269A6C84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438" y="31432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Surabaya</a:t>
            </a:r>
          </a:p>
        </p:txBody>
      </p:sp>
      <p:sp>
        <p:nvSpPr>
          <p:cNvPr id="12" name="max-branch-value-2">
            <a:extLst xmlns:a="http://schemas.openxmlformats.org/drawingml/2006/main">
              <a:ext uri="{FF2B5EF4-FFF2-40B4-BE49-F238E27FC236}">
                <a16:creationId xmlns:a16="http://schemas.microsoft.com/office/drawing/2014/main" id="{FCF58395-3F9F-4B06-84BE-18C25CA6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369570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1215000</a:t>
            </a:r>
          </a:p>
        </p:txBody>
      </p:sp>
      <p:sp>
        <p:nvSpPr>
          <p:cNvPr id="13" name="argmax-code-bg">
            <a:extLst xmlns:a="http://schemas.openxmlformats.org/drawingml/2006/main">
              <a:ext uri="{FF2B5EF4-FFF2-40B4-BE49-F238E27FC236}">
                <a16:creationId xmlns:a16="http://schemas.microsoft.com/office/drawing/2014/main" id="{61A918AE-F1CB-43B4-B9F0-4D9302D4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876800"/>
            <a:ext cx="52387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14" name="argmax-code-text">
            <a:extLst xmlns:a="http://schemas.openxmlformats.org/drawingml/2006/main">
              <a:ext uri="{FF2B5EF4-FFF2-40B4-BE49-F238E27FC236}">
                <a16:creationId xmlns:a16="http://schemas.microsoft.com/office/drawing/2014/main" id="{E5196880-FE0A-4418-8602-13DF3704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813" y="5086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i = np.argmax(penjualan)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cabang[i]  # Surabaya</a:t>
            </a:r>
          </a:p>
        </p:txBody>
      </p:sp>
    </p:spTree>
    <p:extLst>
      <p:ext uri="{BB962C8B-B14F-4D97-AF65-F5344CB8AC3E}">
        <p14:creationId xmlns:p14="http://schemas.microsoft.com/office/powerpoint/2010/main" val="99589753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64167F-F9C5-4126-A2C0-C8F9242A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Menggabungkan array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338906B-D695-4F39-8DD6-BB584064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concatenate menambah baris atau kolom. Dimensi lain harus tetap cocok.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91D62F4-BA3F-4712-B4D0-06224536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concat-row-panel">
            <a:extLst xmlns:a="http://schemas.openxmlformats.org/drawingml/2006/main">
              <a:ext uri="{FF2B5EF4-FFF2-40B4-BE49-F238E27FC236}">
                <a16:creationId xmlns:a16="http://schemas.microsoft.com/office/drawing/2014/main" id="{B9CCE293-3897-4D67-814A-64BE2E60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90813"/>
            <a:ext cx="4762500" cy="2143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concat-row-head">
            <a:extLst xmlns:a="http://schemas.openxmlformats.org/drawingml/2006/main">
              <a:ext uri="{FF2B5EF4-FFF2-40B4-BE49-F238E27FC236}">
                <a16:creationId xmlns:a16="http://schemas.microsoft.com/office/drawing/2014/main" id="{854B5215-73FB-4C63-911F-30D2A7A4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824163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Tambah satu siswa</a:t>
            </a:r>
          </a:p>
        </p:txBody>
      </p:sp>
      <p:sp>
        <p:nvSpPr>
          <p:cNvPr id="6" name="concat-row-body">
            <a:extLst xmlns:a="http://schemas.openxmlformats.org/drawingml/2006/main">
              <a:ext uri="{FF2B5EF4-FFF2-40B4-BE49-F238E27FC236}">
                <a16:creationId xmlns:a16="http://schemas.microsoft.com/office/drawing/2014/main" id="{B0BD6044-A0EE-46F6-9870-06B4B983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76588"/>
            <a:ext cx="43434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(4, 3) + (1, 3)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axis=0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(5, 3)</a:t>
            </a:r>
          </a:p>
        </p:txBody>
      </p:sp>
      <p:sp>
        <p:nvSpPr>
          <p:cNvPr id="7" name="concat-col-panel">
            <a:extLst xmlns:a="http://schemas.openxmlformats.org/drawingml/2006/main">
              <a:ext uri="{FF2B5EF4-FFF2-40B4-BE49-F238E27FC236}">
                <a16:creationId xmlns:a16="http://schemas.microsoft.com/office/drawing/2014/main" id="{328D1372-D21D-416C-A6F5-7888A6BB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90813"/>
            <a:ext cx="4762500" cy="2143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8" name="concat-col-head">
            <a:extLst xmlns:a="http://schemas.openxmlformats.org/drawingml/2006/main">
              <a:ext uri="{FF2B5EF4-FFF2-40B4-BE49-F238E27FC236}">
                <a16:creationId xmlns:a16="http://schemas.microsoft.com/office/drawing/2014/main" id="{38DFB0A4-14CC-403D-AEC6-A517F9A6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24163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Tambah satu bulan</a:t>
            </a:r>
          </a:p>
        </p:txBody>
      </p:sp>
      <p:sp>
        <p:nvSpPr>
          <p:cNvPr id="9" name="concat-col-body">
            <a:extLst xmlns:a="http://schemas.openxmlformats.org/drawingml/2006/main">
              <a:ext uri="{FF2B5EF4-FFF2-40B4-BE49-F238E27FC236}">
                <a16:creationId xmlns:a16="http://schemas.microsoft.com/office/drawing/2014/main" id="{22107648-D448-4B2F-97A4-C2B162E3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76588"/>
            <a:ext cx="43434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(4, 3) + (4, 1)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axis=1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(4, 4)</a:t>
            </a:r>
          </a:p>
        </p:txBody>
      </p:sp>
      <p:sp>
        <p:nvSpPr>
          <p:cNvPr id="10" name="concat-rule">
            <a:extLst xmlns:a="http://schemas.openxmlformats.org/drawingml/2006/main">
              <a:ext uri="{FF2B5EF4-FFF2-40B4-BE49-F238E27FC236}">
                <a16:creationId xmlns:a16="http://schemas.microsoft.com/office/drawing/2014/main" id="{D2F3620B-D3F8-4729-A500-B579814A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24488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Axis 0 menambah baris. Axis 1 menambah kolom.</a:t>
            </a:r>
          </a:p>
        </p:txBody>
      </p:sp>
    </p:spTree>
    <p:extLst>
      <p:ext uri="{BB962C8B-B14F-4D97-AF65-F5344CB8AC3E}">
        <p14:creationId xmlns:p14="http://schemas.microsoft.com/office/powerpoint/2010/main" val="1950013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2026-10-02T11:17:34.6700000Z</dcterms:created>
  <dcterms:modified xsi:type="dcterms:W3CDTF">2026-10-02T11:17:34.6700000Z</dcterms:modified>
</coreProperties>
</file>